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97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1" d="100"/>
          <a:sy n="51" d="100"/>
        </p:scale>
        <p:origin x="1256" y="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86D6C-E791-3189-D407-533BD4116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1C4375-C763-6EA5-85AD-1BD02DE624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956D08-42FB-62B7-9BFB-5D3A2B1D0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431D-4970-49D0-9F1B-E4FFCFCCB8D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C4FEF-9921-71DB-F7BA-CB803DB07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7EFD06-C65A-4ADB-F176-D9D6B634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D2A6-3D7B-44AB-8ABF-16C39CC51E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94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7AEE48-4496-30EE-7004-9D9E81C3A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74FAF3-8D24-5753-94DE-8147B317C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E20F25-5870-776F-DEB9-4826C4E7F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431D-4970-49D0-9F1B-E4FFCFCCB8D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ACB3A7-81A2-50DB-3607-7F07D6D13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2E73A5-37AB-337B-2CBE-6C11736A0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D2A6-3D7B-44AB-8ABF-16C39CC51E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50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777CC-CD7B-F33E-E462-648B4D31E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78CCDD9-49F4-E7E8-5789-7D614187B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E5D862-8A24-80C7-7FDA-5DFED1856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431D-4970-49D0-9F1B-E4FFCFCCB8D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958306-8F94-46F9-2ECB-242E3A6BF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FA8508-0E33-7949-BF8E-B0C3CC015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D2A6-3D7B-44AB-8ABF-16C39CC51E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161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9C551D-2159-D902-21B6-91986C552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573C33-0464-B3AE-B7B9-3741BCC2E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FAC087-4ED8-5405-9B72-4CD7714E2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BFDBED-7B40-949A-7A58-EFE25BADB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431D-4970-49D0-9F1B-E4FFCFCCB8D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06EF92-321F-8496-B77E-E9140E25F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1E6E73-3AC8-B97B-D3CE-7162F62CD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D2A6-3D7B-44AB-8ABF-16C39CC51E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43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2D6C4-C16A-55A0-BC76-2565033D1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C96BF4-3F2B-766C-DC1E-CE180B7E4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787AA1-DA72-D347-36DD-F3948A6E6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B061811-4E2C-B753-195F-B66E519526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23A0294-E7A3-E637-3DDD-563D754B1D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56AD5DA-B260-2124-6E7B-571879FF4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431D-4970-49D0-9F1B-E4FFCFCCB8D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D3E6C3D-E1F2-F793-50CF-AA2F1FC0D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65BEC00-E422-CD5F-4630-924551C44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D2A6-3D7B-44AB-8ABF-16C39CC51E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8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4D957B-2862-29F0-2265-CBA56E2BD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BA00EFC-944D-99B5-54CF-29D93683B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431D-4970-49D0-9F1B-E4FFCFCCB8D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C7AD4EA-2D8F-F670-6BF1-020D9721E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7089B7B-0C4D-27AF-BEAC-315CE248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D2A6-3D7B-44AB-8ABF-16C39CC51E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424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9F9FF36-8619-2F04-F808-E0ABFF2DA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431D-4970-49D0-9F1B-E4FFCFCCB8D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0F5E1B-0B7C-B4E5-AA61-9F78D42A6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18F446-0B5C-D2D8-C6CC-4A2501D88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D2A6-3D7B-44AB-8ABF-16C39CC51E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813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A0E5E-F0A2-F5BC-E6E5-4BB7DB2EE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A91CC7-2F8B-CF11-4830-D5BCF2D55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9EBF7A-C5CB-508B-5988-67F866B07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164815-E972-085C-9FA7-BF10625D5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431D-4970-49D0-9F1B-E4FFCFCCB8D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8C2884-7345-A981-0092-E82634D6E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E3825E-7644-BDF1-3448-0E43394A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D2A6-3D7B-44AB-8ABF-16C39CC51E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181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EA6C2-3351-DAE7-4E5E-9BD56388C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6AF9B9A-6B3D-1FF9-0419-DD10F020E0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5E0E71-AFE2-2273-5BCA-A8A93DB08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0FF2B3-02EF-6564-1E17-9BB6AE9CA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431D-4970-49D0-9F1B-E4FFCFCCB8D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31C1AC4-F409-4178-5A6C-3AB4049F7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70946F-67DE-D433-FC7F-8698970A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D2A6-3D7B-44AB-8ABF-16C39CC51E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99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B9AFEE-33C3-73C5-89F9-F1ED244E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02D0E82-3FCD-B7F9-9F08-AE7570FEF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ADD354-C69C-55A0-B2D1-BDF23A4B3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431D-4970-49D0-9F1B-E4FFCFCCB8D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E5F4BE-6FB0-3B27-9FCE-37926ED25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A361CD-B033-FC24-C833-C6A2A176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D2A6-3D7B-44AB-8ABF-16C39CC51E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334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8C8426-C13E-DF1C-5C96-5CBCABE211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C25B93E-DD04-0435-3DFF-D280B6839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47371A-B9D4-2826-0764-BCF79DD99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431D-4970-49D0-9F1B-E4FFCFCCB8D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F59977-C4A8-A102-639E-AB78B2211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BED97B-24A3-802C-F30E-C315B91C0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6D2A6-3D7B-44AB-8ABF-16C39CC51E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14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E8883C9-7E26-049A-0595-A28A63BBF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98FE90-8131-6AF1-8BBA-0D424239F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CEAF93-65DA-2650-32A2-BED43E1AF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8C431D-4970-49D0-9F1B-E4FFCFCCB8D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D74185-6A9A-5324-79F1-D08A1DAE8F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62B522-872C-9A7B-A04E-36E5A3B02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76D2A6-3D7B-44AB-8ABF-16C39CC51E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53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37581BF0-A717-9D34-7E98-83CC9ACA7584}"/>
              </a:ext>
            </a:extLst>
          </p:cNvPr>
          <p:cNvGrpSpPr/>
          <p:nvPr/>
        </p:nvGrpSpPr>
        <p:grpSpPr>
          <a:xfrm>
            <a:off x="-2084478" y="0"/>
            <a:ext cx="5648960" cy="1219712"/>
            <a:chOff x="-2044722" y="438280"/>
            <a:chExt cx="5648960" cy="1219712"/>
          </a:xfrm>
          <a:effectLst>
            <a:reflection blurRad="6350" stA="50000" endA="300" endPos="55000" dir="5400000" sy="-100000" algn="bl" rotWithShape="0"/>
          </a:effectLst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2D528D7F-5218-F156-5D9C-76FB9602F6F9}"/>
                </a:ext>
              </a:extLst>
            </p:cNvPr>
            <p:cNvSpPr/>
            <p:nvPr/>
          </p:nvSpPr>
          <p:spPr>
            <a:xfrm rot="3107082">
              <a:off x="190222" y="-1796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1E4EFBBB-50FB-0593-2D22-C43A64B4C066}"/>
                </a:ext>
              </a:extLst>
            </p:cNvPr>
            <p:cNvSpPr/>
            <p:nvPr/>
          </p:nvSpPr>
          <p:spPr>
            <a:xfrm rot="3107082">
              <a:off x="434062" y="-1542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FCD41BB2-FD7A-CD1A-9DFA-A12A4E255903}"/>
                </a:ext>
              </a:extLst>
            </p:cNvPr>
            <p:cNvSpPr/>
            <p:nvPr/>
          </p:nvSpPr>
          <p:spPr>
            <a:xfrm rot="3107082">
              <a:off x="677902" y="-1288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FA0E7E44-24A8-CFC3-8F8E-244267A3F67B}"/>
                </a:ext>
              </a:extLst>
            </p:cNvPr>
            <p:cNvSpPr/>
            <p:nvPr/>
          </p:nvSpPr>
          <p:spPr>
            <a:xfrm rot="3107082">
              <a:off x="921742" y="-1034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831C4259-BE31-3A2C-CE01-40485B516AC9}"/>
                </a:ext>
              </a:extLst>
            </p:cNvPr>
            <p:cNvSpPr/>
            <p:nvPr/>
          </p:nvSpPr>
          <p:spPr>
            <a:xfrm rot="3107082">
              <a:off x="1165582" y="-780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7966F815-4CB1-0181-9C2C-C9B1BFF6A365}"/>
              </a:ext>
            </a:extLst>
          </p:cNvPr>
          <p:cNvGrpSpPr/>
          <p:nvPr/>
        </p:nvGrpSpPr>
        <p:grpSpPr>
          <a:xfrm>
            <a:off x="8300809" y="5774931"/>
            <a:ext cx="5648960" cy="1219712"/>
            <a:chOff x="-2044722" y="438280"/>
            <a:chExt cx="5648960" cy="1219712"/>
          </a:xfrm>
          <a:effectLst>
            <a:reflection blurRad="6350" stA="50000" endA="300" endPos="55000" dir="5400000" sy="-100000" algn="bl" rotWithShape="0"/>
          </a:effectLst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D24E7710-FFE6-523E-EF67-F661A929197D}"/>
                </a:ext>
              </a:extLst>
            </p:cNvPr>
            <p:cNvSpPr/>
            <p:nvPr/>
          </p:nvSpPr>
          <p:spPr>
            <a:xfrm rot="3107082">
              <a:off x="190222" y="-1796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F7473DDA-C396-F4E5-A348-FC8BA5B3312E}"/>
                </a:ext>
              </a:extLst>
            </p:cNvPr>
            <p:cNvSpPr/>
            <p:nvPr/>
          </p:nvSpPr>
          <p:spPr>
            <a:xfrm rot="3107082">
              <a:off x="434062" y="-1542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FFE83B1-0F25-EBDC-DA03-7194BDF22F22}"/>
                </a:ext>
              </a:extLst>
            </p:cNvPr>
            <p:cNvSpPr/>
            <p:nvPr/>
          </p:nvSpPr>
          <p:spPr>
            <a:xfrm rot="3107082">
              <a:off x="677902" y="-1288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D10E9981-BE20-2E3B-8662-AE8E9DA1D62B}"/>
                </a:ext>
              </a:extLst>
            </p:cNvPr>
            <p:cNvSpPr/>
            <p:nvPr/>
          </p:nvSpPr>
          <p:spPr>
            <a:xfrm rot="3107082">
              <a:off x="921742" y="-1034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A0A0E8EF-8574-330D-05DC-6B9FF16E5E70}"/>
                </a:ext>
              </a:extLst>
            </p:cNvPr>
            <p:cNvSpPr/>
            <p:nvPr/>
          </p:nvSpPr>
          <p:spPr>
            <a:xfrm rot="3107082">
              <a:off x="1165582" y="-780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DF842B07-8536-67C5-A098-B82680375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5221357" cy="7832036"/>
          </a:xfrm>
          <a:prstGeom prst="rect">
            <a:avLst/>
          </a:prstGeom>
        </p:spPr>
      </p:pic>
      <p:sp>
        <p:nvSpPr>
          <p:cNvPr id="26" name="Text 0">
            <a:extLst>
              <a:ext uri="{FF2B5EF4-FFF2-40B4-BE49-F238E27FC236}">
                <a16:creationId xmlns:a16="http://schemas.microsoft.com/office/drawing/2014/main" id="{5EF80337-3F1B-47B6-406B-EBA2241D7480}"/>
              </a:ext>
            </a:extLst>
          </p:cNvPr>
          <p:cNvSpPr/>
          <p:nvPr/>
        </p:nvSpPr>
        <p:spPr>
          <a:xfrm>
            <a:off x="5468795" y="44401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MOVE</a:t>
            </a:r>
            <a:r>
              <a:rPr lang="en-US" sz="4000" b="1" dirty="0">
                <a:solidFill>
                  <a:srgbClr val="E7976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X</a:t>
            </a:r>
            <a:r>
              <a:rPr lang="en-US" sz="400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SPORTS</a:t>
            </a:r>
            <a:endParaRPr lang="en-US" sz="4000" b="1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4368D97E-D0FA-BBE5-E4F9-D736A48C4461}"/>
              </a:ext>
            </a:extLst>
          </p:cNvPr>
          <p:cNvSpPr/>
          <p:nvPr/>
        </p:nvSpPr>
        <p:spPr>
          <a:xfrm>
            <a:off x="5468795" y="1148763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Inteligência que Eleva o Jogo</a:t>
            </a:r>
            <a:endParaRPr lang="en-US" sz="3850" dirty="0"/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AFF3F7E5-4A7F-A023-C662-FAA657BA7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555" y="3543928"/>
            <a:ext cx="2464073" cy="3138488"/>
          </a:xfrm>
          <a:prstGeom prst="rect">
            <a:avLst/>
          </a:prstGeom>
        </p:spPr>
      </p:pic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A6093AA5-0ABE-B624-D632-8D7688979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8143" y="4234107"/>
            <a:ext cx="3981971" cy="2654647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7EBC97C1-E882-0793-2C79-62172C054261}"/>
              </a:ext>
            </a:extLst>
          </p:cNvPr>
          <p:cNvSpPr txBox="1"/>
          <p:nvPr/>
        </p:nvSpPr>
        <p:spPr>
          <a:xfrm>
            <a:off x="5465196" y="2493936"/>
            <a:ext cx="6723205" cy="2268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Tecnologia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GPS de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ponta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para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atletas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escolas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centros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esportivos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que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buscam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performance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profissional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80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  <a:p>
            <a:pPr>
              <a:lnSpc>
                <a:spcPct val="133000"/>
              </a:lnSpc>
            </a:pP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Torne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cada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treino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jogo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da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sua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equipe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uma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experiência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profissional</a:t>
            </a:r>
            <a:endParaRPr lang="en-US" sz="1800" dirty="0"/>
          </a:p>
          <a:p>
            <a:pPr marL="0" indent="0" algn="l">
              <a:lnSpc>
                <a:spcPct val="133000"/>
              </a:lnSpc>
              <a:buNone/>
            </a:pPr>
            <a:endParaRPr lang="en-US" sz="180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65862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37581BF0-A717-9D34-7E98-83CC9ACA7584}"/>
              </a:ext>
            </a:extLst>
          </p:cNvPr>
          <p:cNvGrpSpPr/>
          <p:nvPr/>
        </p:nvGrpSpPr>
        <p:grpSpPr>
          <a:xfrm>
            <a:off x="-2084478" y="0"/>
            <a:ext cx="5648960" cy="1219712"/>
            <a:chOff x="-2044722" y="438280"/>
            <a:chExt cx="5648960" cy="1219712"/>
          </a:xfrm>
          <a:effectLst>
            <a:reflection blurRad="6350" stA="50000" endA="300" endPos="55000" dir="5400000" sy="-100000" algn="bl" rotWithShape="0"/>
          </a:effectLst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2D528D7F-5218-F156-5D9C-76FB9602F6F9}"/>
                </a:ext>
              </a:extLst>
            </p:cNvPr>
            <p:cNvSpPr/>
            <p:nvPr/>
          </p:nvSpPr>
          <p:spPr>
            <a:xfrm rot="3107082">
              <a:off x="190222" y="-1796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1E4EFBBB-50FB-0593-2D22-C43A64B4C066}"/>
                </a:ext>
              </a:extLst>
            </p:cNvPr>
            <p:cNvSpPr/>
            <p:nvPr/>
          </p:nvSpPr>
          <p:spPr>
            <a:xfrm rot="3107082">
              <a:off x="434062" y="-1542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FCD41BB2-FD7A-CD1A-9DFA-A12A4E255903}"/>
                </a:ext>
              </a:extLst>
            </p:cNvPr>
            <p:cNvSpPr/>
            <p:nvPr/>
          </p:nvSpPr>
          <p:spPr>
            <a:xfrm rot="3107082">
              <a:off x="677902" y="-1288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FA0E7E44-24A8-CFC3-8F8E-244267A3F67B}"/>
                </a:ext>
              </a:extLst>
            </p:cNvPr>
            <p:cNvSpPr/>
            <p:nvPr/>
          </p:nvSpPr>
          <p:spPr>
            <a:xfrm rot="3107082">
              <a:off x="921742" y="-1034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831C4259-BE31-3A2C-CE01-40485B516AC9}"/>
                </a:ext>
              </a:extLst>
            </p:cNvPr>
            <p:cNvSpPr/>
            <p:nvPr/>
          </p:nvSpPr>
          <p:spPr>
            <a:xfrm rot="3107082">
              <a:off x="1165582" y="-780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7966F815-4CB1-0181-9C2C-C9B1BFF6A365}"/>
              </a:ext>
            </a:extLst>
          </p:cNvPr>
          <p:cNvGrpSpPr/>
          <p:nvPr/>
        </p:nvGrpSpPr>
        <p:grpSpPr>
          <a:xfrm>
            <a:off x="8300809" y="5774931"/>
            <a:ext cx="5648960" cy="1219712"/>
            <a:chOff x="-2044722" y="438280"/>
            <a:chExt cx="5648960" cy="1219712"/>
          </a:xfrm>
          <a:effectLst>
            <a:reflection blurRad="6350" stA="50000" endA="300" endPos="55000" dir="5400000" sy="-100000" algn="bl" rotWithShape="0"/>
          </a:effectLst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D24E7710-FFE6-523E-EF67-F661A929197D}"/>
                </a:ext>
              </a:extLst>
            </p:cNvPr>
            <p:cNvSpPr/>
            <p:nvPr/>
          </p:nvSpPr>
          <p:spPr>
            <a:xfrm rot="3107082">
              <a:off x="190222" y="-1796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F7473DDA-C396-F4E5-A348-FC8BA5B3312E}"/>
                </a:ext>
              </a:extLst>
            </p:cNvPr>
            <p:cNvSpPr/>
            <p:nvPr/>
          </p:nvSpPr>
          <p:spPr>
            <a:xfrm rot="3107082">
              <a:off x="434062" y="-1542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FFE83B1-0F25-EBDC-DA03-7194BDF22F22}"/>
                </a:ext>
              </a:extLst>
            </p:cNvPr>
            <p:cNvSpPr/>
            <p:nvPr/>
          </p:nvSpPr>
          <p:spPr>
            <a:xfrm rot="3107082">
              <a:off x="677902" y="-1288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D10E9981-BE20-2E3B-8662-AE8E9DA1D62B}"/>
                </a:ext>
              </a:extLst>
            </p:cNvPr>
            <p:cNvSpPr/>
            <p:nvPr/>
          </p:nvSpPr>
          <p:spPr>
            <a:xfrm rot="3107082">
              <a:off x="921742" y="-1034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A0A0E8EF-8574-330D-05DC-6B9FF16E5E70}"/>
                </a:ext>
              </a:extLst>
            </p:cNvPr>
            <p:cNvSpPr/>
            <p:nvPr/>
          </p:nvSpPr>
          <p:spPr>
            <a:xfrm rot="3107082">
              <a:off x="1165582" y="-780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 0">
            <a:extLst>
              <a:ext uri="{FF2B5EF4-FFF2-40B4-BE49-F238E27FC236}">
                <a16:creationId xmlns:a16="http://schemas.microsoft.com/office/drawing/2014/main" id="{5EF80337-3F1B-47B6-406B-EBA2241D7480}"/>
              </a:ext>
            </a:extLst>
          </p:cNvPr>
          <p:cNvSpPr/>
          <p:nvPr/>
        </p:nvSpPr>
        <p:spPr>
          <a:xfrm>
            <a:off x="5783425" y="44401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MOVE</a:t>
            </a:r>
            <a:r>
              <a:rPr lang="en-US" sz="4000" b="1" dirty="0">
                <a:solidFill>
                  <a:srgbClr val="E7976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X</a:t>
            </a:r>
            <a:r>
              <a:rPr lang="en-US" sz="400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SPORTS</a:t>
            </a:r>
            <a:endParaRPr lang="en-US" sz="4000" b="1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4368D97E-D0FA-BBE5-E4F9-D736A48C4461}"/>
              </a:ext>
            </a:extLst>
          </p:cNvPr>
          <p:cNvSpPr/>
          <p:nvPr/>
        </p:nvSpPr>
        <p:spPr>
          <a:xfrm>
            <a:off x="5783425" y="1148763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GPS: </a:t>
            </a:r>
            <a:r>
              <a:rPr lang="en-US" sz="3850" dirty="0" err="1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Tecnologia</a:t>
            </a:r>
            <a:r>
              <a:rPr lang="en-US" sz="3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e </a:t>
            </a:r>
            <a:r>
              <a:rPr lang="en-US" sz="3850" dirty="0" err="1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flexibilidade</a:t>
            </a:r>
            <a:endParaRPr lang="en-US" sz="3850" dirty="0"/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AFF3F7E5-4A7F-A023-C662-FAA657BA7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821" y="1431936"/>
            <a:ext cx="3135848" cy="3994127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7EBC97C1-E882-0793-2C79-62172C054261}"/>
              </a:ext>
            </a:extLst>
          </p:cNvPr>
          <p:cNvSpPr txBox="1"/>
          <p:nvPr/>
        </p:nvSpPr>
        <p:spPr>
          <a:xfrm>
            <a:off x="5779826" y="2493936"/>
            <a:ext cx="5900897" cy="2268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3000"/>
              </a:lnSpc>
            </a:pPr>
            <a:r>
              <a:rPr lang="en-US" sz="1800" dirty="0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GPS </a:t>
            </a:r>
            <a:r>
              <a:rPr lang="en-US" sz="1800" dirty="0" err="1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compactos</a:t>
            </a:r>
            <a:r>
              <a:rPr lang="en-US" sz="1800" dirty="0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e </a:t>
            </a:r>
            <a:r>
              <a:rPr lang="en-US" sz="1800" dirty="0" err="1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precisos</a:t>
            </a:r>
            <a:r>
              <a:rPr lang="en-US" sz="1800" dirty="0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que </a:t>
            </a:r>
            <a:r>
              <a:rPr lang="en-US" sz="1800" dirty="0" err="1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transformam</a:t>
            </a:r>
            <a:r>
              <a:rPr lang="en-US" sz="1800" dirty="0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1800" dirty="0" err="1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cada</a:t>
            </a:r>
            <a:r>
              <a:rPr lang="en-US" sz="1800" dirty="0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1800" dirty="0" err="1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movimento</a:t>
            </a:r>
            <a:r>
              <a:rPr lang="en-US" sz="1800" dirty="0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1800" dirty="0" err="1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em</a:t>
            </a:r>
            <a:r>
              <a:rPr lang="en-US" sz="1800" dirty="0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dados </a:t>
            </a:r>
            <a:r>
              <a:rPr lang="en-US" sz="1800" dirty="0" err="1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acionáveis</a:t>
            </a:r>
            <a:r>
              <a:rPr lang="en-US" sz="1800" dirty="0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. </a:t>
            </a:r>
            <a:r>
              <a:rPr lang="en-US" sz="1800" dirty="0" err="1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Monitoramento</a:t>
            </a:r>
            <a:r>
              <a:rPr lang="en-US" sz="1800" dirty="0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total da </a:t>
            </a:r>
            <a:r>
              <a:rPr lang="en-US" sz="1800" dirty="0" err="1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atividade</a:t>
            </a:r>
            <a:r>
              <a:rPr lang="en-US" sz="1800" dirty="0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com </a:t>
            </a:r>
            <a:r>
              <a:rPr lang="en-US" sz="1800" dirty="0" err="1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relatório</a:t>
            </a:r>
            <a:r>
              <a:rPr lang="en-US" sz="1800" dirty="0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1800" dirty="0" err="1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personalizado</a:t>
            </a:r>
            <a:r>
              <a:rPr lang="en-US" sz="1800" dirty="0">
                <a:solidFill>
                  <a:srgbClr val="E5E0D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.</a:t>
            </a:r>
            <a:endParaRPr lang="en-US" sz="18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80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80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80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BF8A1EE-ACE2-8CBE-6C15-50142F07B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99" y="-540662"/>
            <a:ext cx="3603885" cy="4590266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CAAA8A8-1DA5-6678-DDA0-68F9082B5C5A}"/>
              </a:ext>
            </a:extLst>
          </p:cNvPr>
          <p:cNvGrpSpPr/>
          <p:nvPr/>
        </p:nvGrpSpPr>
        <p:grpSpPr>
          <a:xfrm>
            <a:off x="2395177" y="5030286"/>
            <a:ext cx="3411755" cy="1608501"/>
            <a:chOff x="3126697" y="5151770"/>
            <a:chExt cx="3411755" cy="1608501"/>
          </a:xfrm>
        </p:grpSpPr>
        <p:pic>
          <p:nvPicPr>
            <p:cNvPr id="10" name="Image 1" descr="preencoded.png">
              <a:extLst>
                <a:ext uri="{FF2B5EF4-FFF2-40B4-BE49-F238E27FC236}">
                  <a16:creationId xmlns:a16="http://schemas.microsoft.com/office/drawing/2014/main" id="{8DDB1AF5-4A5F-B6B8-2795-E85391C06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126697" y="5185945"/>
              <a:ext cx="480236" cy="480236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3B58F90-6240-1BD4-67F9-BE03FD318ED8}"/>
                </a:ext>
              </a:extLst>
            </p:cNvPr>
            <p:cNvSpPr txBox="1"/>
            <p:nvPr/>
          </p:nvSpPr>
          <p:spPr>
            <a:xfrm>
              <a:off x="3721760" y="5548464"/>
              <a:ext cx="2816692" cy="1211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3000"/>
                </a:lnSpc>
              </a:pPr>
              <a:r>
                <a:rPr lang="en-US" sz="1400" dirty="0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GPS 100% </a:t>
              </a:r>
              <a:r>
                <a:rPr lang="en-US" sz="1400" dirty="0" err="1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reutilizáveis</a:t>
              </a:r>
              <a:r>
                <a:rPr lang="en-US" sz="1400" dirty="0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, </a:t>
              </a:r>
              <a:r>
                <a:rPr lang="en-US" sz="1400" dirty="0" err="1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permite</a:t>
              </a:r>
              <a:r>
                <a:rPr lang="en-US" sz="1400" dirty="0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 </a:t>
              </a:r>
              <a:r>
                <a:rPr lang="en-US" sz="1400" dirty="0" err="1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conectar</a:t>
              </a:r>
              <a:r>
                <a:rPr lang="en-US" sz="1400" dirty="0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 com </a:t>
              </a:r>
              <a:r>
                <a:rPr lang="en-US" sz="1400" dirty="0" err="1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diferentes</a:t>
              </a:r>
              <a:r>
                <a:rPr lang="en-US" sz="1400" dirty="0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 </a:t>
              </a:r>
              <a:r>
                <a:rPr lang="en-US" sz="1400" dirty="0" err="1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jogadores</a:t>
              </a:r>
              <a:r>
                <a:rPr lang="en-US" sz="1400" dirty="0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 </a:t>
              </a:r>
              <a:r>
                <a:rPr lang="en-US" sz="1400" dirty="0" err="1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em</a:t>
              </a:r>
              <a:r>
                <a:rPr lang="en-US" sz="1400" dirty="0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 </a:t>
              </a:r>
              <a:r>
                <a:rPr lang="en-US" sz="1400" dirty="0" err="1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diferentes</a:t>
              </a:r>
              <a:r>
                <a:rPr lang="en-US" sz="1400" dirty="0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 </a:t>
              </a:r>
              <a:r>
                <a:rPr lang="en-US" sz="1400" dirty="0" err="1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treinos</a:t>
              </a:r>
              <a:r>
                <a:rPr lang="en-US" sz="1400" dirty="0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 e </a:t>
              </a:r>
              <a:r>
                <a:rPr lang="en-US" sz="1400" dirty="0" err="1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jogos</a:t>
              </a:r>
              <a:endParaRPr lang="en-US" sz="1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endParaRPr>
            </a:p>
          </p:txBody>
        </p:sp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862E34D5-B3F2-D42E-0C09-0B427BF22223}"/>
                </a:ext>
              </a:extLst>
            </p:cNvPr>
            <p:cNvSpPr/>
            <p:nvPr/>
          </p:nvSpPr>
          <p:spPr>
            <a:xfrm>
              <a:off x="3802384" y="5151770"/>
              <a:ext cx="2460161" cy="4021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77500" lnSpcReduction="20000"/>
            </a:bodyPr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pt-BR" sz="3850" b="1" dirty="0">
                  <a:solidFill>
                    <a:srgbClr val="F2F2F3"/>
                  </a:solidFill>
                  <a:latin typeface="Poppins Light" pitchFamily="34" charset="0"/>
                  <a:cs typeface="Poppins Light" pitchFamily="34" charset="-120"/>
                </a:rPr>
                <a:t>F</a:t>
              </a:r>
              <a:r>
                <a:rPr lang="en-US" sz="3850" b="1" dirty="0" err="1">
                  <a:solidFill>
                    <a:srgbClr val="F2F2F3"/>
                  </a:solidFill>
                  <a:latin typeface="Poppins Light" pitchFamily="34" charset="0"/>
                  <a:cs typeface="Poppins Light" pitchFamily="34" charset="-120"/>
                </a:rPr>
                <a:t>lexibilidade</a:t>
              </a:r>
              <a:endParaRPr lang="en-US" sz="3850" b="1" dirty="0"/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9A1F876-403B-7C3C-6F74-FC28C6F8212C}"/>
              </a:ext>
            </a:extLst>
          </p:cNvPr>
          <p:cNvGrpSpPr/>
          <p:nvPr/>
        </p:nvGrpSpPr>
        <p:grpSpPr>
          <a:xfrm>
            <a:off x="6058359" y="5030684"/>
            <a:ext cx="3411755" cy="1608501"/>
            <a:chOff x="3126697" y="5151770"/>
            <a:chExt cx="3411755" cy="1608501"/>
          </a:xfrm>
        </p:grpSpPr>
        <p:pic>
          <p:nvPicPr>
            <p:cNvPr id="24" name="Image 1" descr="preencoded.png">
              <a:extLst>
                <a:ext uri="{FF2B5EF4-FFF2-40B4-BE49-F238E27FC236}">
                  <a16:creationId xmlns:a16="http://schemas.microsoft.com/office/drawing/2014/main" id="{7B0493C7-116D-4D4A-EF56-4B8F31CC1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126697" y="5185945"/>
              <a:ext cx="480236" cy="480236"/>
            </a:xfrm>
            <a:prstGeom prst="rect">
              <a:avLst/>
            </a:prstGeom>
          </p:spPr>
        </p:pic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58DD64B2-982B-26C9-7878-615D54D77402}"/>
                </a:ext>
              </a:extLst>
            </p:cNvPr>
            <p:cNvSpPr txBox="1"/>
            <p:nvPr/>
          </p:nvSpPr>
          <p:spPr>
            <a:xfrm>
              <a:off x="3721760" y="5548464"/>
              <a:ext cx="2816692" cy="1211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3000"/>
                </a:lnSpc>
              </a:pPr>
              <a:r>
                <a:rPr lang="en-US" sz="1400" dirty="0" err="1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Os</a:t>
              </a:r>
              <a:r>
                <a:rPr lang="en-US" sz="1400" dirty="0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 GPS </a:t>
              </a:r>
              <a:r>
                <a:rPr lang="en-US" sz="1400" dirty="0" err="1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são</a:t>
              </a:r>
              <a:r>
                <a:rPr lang="en-US" sz="1400" dirty="0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 </a:t>
              </a:r>
              <a:r>
                <a:rPr lang="en-US" sz="1400" dirty="0" err="1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capazes</a:t>
              </a:r>
              <a:r>
                <a:rPr lang="en-US" sz="1400" dirty="0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 de </a:t>
              </a:r>
              <a:r>
                <a:rPr lang="en-US" sz="1400" dirty="0" err="1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funcionar</a:t>
              </a:r>
              <a:r>
                <a:rPr lang="en-US" sz="1400" dirty="0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 </a:t>
              </a:r>
              <a:r>
                <a:rPr lang="en-US" sz="1400" dirty="0" err="1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desde</a:t>
              </a:r>
              <a:r>
                <a:rPr lang="en-US" sz="1400" dirty="0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 campos </a:t>
              </a:r>
              <a:r>
                <a:rPr lang="en-US" sz="1400" dirty="0" err="1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profissionais</a:t>
              </a:r>
              <a:r>
                <a:rPr lang="en-US" sz="1400" dirty="0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 (100 metros) </a:t>
              </a:r>
              <a:r>
                <a:rPr lang="en-US" sz="1400" dirty="0" err="1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quanto</a:t>
              </a:r>
              <a:r>
                <a:rPr lang="en-US" sz="1400" dirty="0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 </a:t>
              </a:r>
              <a:r>
                <a:rPr lang="en-US" sz="1400" dirty="0" err="1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em</a:t>
              </a:r>
              <a:r>
                <a:rPr lang="en-US" sz="1400" dirty="0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 </a:t>
              </a:r>
              <a:r>
                <a:rPr lang="en-US" sz="1400" dirty="0" err="1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quadras</a:t>
              </a:r>
              <a:r>
                <a:rPr lang="en-US" sz="1400" dirty="0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 </a:t>
              </a:r>
              <a:r>
                <a:rPr lang="en-US" sz="1400" dirty="0" err="1">
                  <a:solidFill>
                    <a:srgbClr val="E5E0DF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poliesportivas</a:t>
              </a:r>
              <a:endParaRPr lang="en-US" sz="1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endParaRPr>
            </a:p>
          </p:txBody>
        </p:sp>
        <p:sp>
          <p:nvSpPr>
            <p:cNvPr id="32" name="Text 1">
              <a:extLst>
                <a:ext uri="{FF2B5EF4-FFF2-40B4-BE49-F238E27FC236}">
                  <a16:creationId xmlns:a16="http://schemas.microsoft.com/office/drawing/2014/main" id="{D740DF06-F8D3-46B6-CC6D-130FD5646C9E}"/>
                </a:ext>
              </a:extLst>
            </p:cNvPr>
            <p:cNvSpPr/>
            <p:nvPr/>
          </p:nvSpPr>
          <p:spPr>
            <a:xfrm>
              <a:off x="3802384" y="5151770"/>
              <a:ext cx="2736068" cy="4021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77500" lnSpcReduction="20000"/>
            </a:bodyPr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pt-BR" sz="3850" b="1" dirty="0">
                  <a:solidFill>
                    <a:srgbClr val="F2F2F3"/>
                  </a:solidFill>
                  <a:latin typeface="Poppins Light" pitchFamily="34" charset="0"/>
                  <a:cs typeface="Poppins Light" pitchFamily="34" charset="-120"/>
                </a:rPr>
                <a:t>Versatilidade</a:t>
              </a:r>
              <a:endParaRPr lang="en-US" sz="385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272637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37581BF0-A717-9D34-7E98-83CC9ACA7584}"/>
              </a:ext>
            </a:extLst>
          </p:cNvPr>
          <p:cNvGrpSpPr/>
          <p:nvPr/>
        </p:nvGrpSpPr>
        <p:grpSpPr>
          <a:xfrm>
            <a:off x="-2084478" y="0"/>
            <a:ext cx="5648960" cy="1219712"/>
            <a:chOff x="-2044722" y="438280"/>
            <a:chExt cx="5648960" cy="1219712"/>
          </a:xfrm>
          <a:effectLst>
            <a:reflection blurRad="6350" stA="50000" endA="300" endPos="55000" dir="5400000" sy="-100000" algn="bl" rotWithShape="0"/>
          </a:effectLst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2D528D7F-5218-F156-5D9C-76FB9602F6F9}"/>
                </a:ext>
              </a:extLst>
            </p:cNvPr>
            <p:cNvSpPr/>
            <p:nvPr/>
          </p:nvSpPr>
          <p:spPr>
            <a:xfrm rot="3107082">
              <a:off x="190222" y="-1796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1E4EFBBB-50FB-0593-2D22-C43A64B4C066}"/>
                </a:ext>
              </a:extLst>
            </p:cNvPr>
            <p:cNvSpPr/>
            <p:nvPr/>
          </p:nvSpPr>
          <p:spPr>
            <a:xfrm rot="3107082">
              <a:off x="434062" y="-1542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FCD41BB2-FD7A-CD1A-9DFA-A12A4E255903}"/>
                </a:ext>
              </a:extLst>
            </p:cNvPr>
            <p:cNvSpPr/>
            <p:nvPr/>
          </p:nvSpPr>
          <p:spPr>
            <a:xfrm rot="3107082">
              <a:off x="677902" y="-1288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FA0E7E44-24A8-CFC3-8F8E-244267A3F67B}"/>
                </a:ext>
              </a:extLst>
            </p:cNvPr>
            <p:cNvSpPr/>
            <p:nvPr/>
          </p:nvSpPr>
          <p:spPr>
            <a:xfrm rot="3107082">
              <a:off x="921742" y="-1034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831C4259-BE31-3A2C-CE01-40485B516AC9}"/>
                </a:ext>
              </a:extLst>
            </p:cNvPr>
            <p:cNvSpPr/>
            <p:nvPr/>
          </p:nvSpPr>
          <p:spPr>
            <a:xfrm rot="3107082">
              <a:off x="1165582" y="-780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7966F815-4CB1-0181-9C2C-C9B1BFF6A365}"/>
              </a:ext>
            </a:extLst>
          </p:cNvPr>
          <p:cNvGrpSpPr/>
          <p:nvPr/>
        </p:nvGrpSpPr>
        <p:grpSpPr>
          <a:xfrm>
            <a:off x="8300809" y="5774931"/>
            <a:ext cx="5648960" cy="1219712"/>
            <a:chOff x="-2044722" y="438280"/>
            <a:chExt cx="5648960" cy="1219712"/>
          </a:xfrm>
          <a:effectLst>
            <a:reflection blurRad="6350" stA="50000" endA="300" endPos="55000" dir="5400000" sy="-100000" algn="bl" rotWithShape="0"/>
          </a:effectLst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D24E7710-FFE6-523E-EF67-F661A929197D}"/>
                </a:ext>
              </a:extLst>
            </p:cNvPr>
            <p:cNvSpPr/>
            <p:nvPr/>
          </p:nvSpPr>
          <p:spPr>
            <a:xfrm rot="3107082">
              <a:off x="190222" y="-1796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F7473DDA-C396-F4E5-A348-FC8BA5B3312E}"/>
                </a:ext>
              </a:extLst>
            </p:cNvPr>
            <p:cNvSpPr/>
            <p:nvPr/>
          </p:nvSpPr>
          <p:spPr>
            <a:xfrm rot="3107082">
              <a:off x="434062" y="-1542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FFE83B1-0F25-EBDC-DA03-7194BDF22F22}"/>
                </a:ext>
              </a:extLst>
            </p:cNvPr>
            <p:cNvSpPr/>
            <p:nvPr/>
          </p:nvSpPr>
          <p:spPr>
            <a:xfrm rot="3107082">
              <a:off x="677902" y="-1288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D10E9981-BE20-2E3B-8662-AE8E9DA1D62B}"/>
                </a:ext>
              </a:extLst>
            </p:cNvPr>
            <p:cNvSpPr/>
            <p:nvPr/>
          </p:nvSpPr>
          <p:spPr>
            <a:xfrm rot="3107082">
              <a:off x="921742" y="-1034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A0A0E8EF-8574-330D-05DC-6B9FF16E5E70}"/>
                </a:ext>
              </a:extLst>
            </p:cNvPr>
            <p:cNvSpPr/>
            <p:nvPr/>
          </p:nvSpPr>
          <p:spPr>
            <a:xfrm rot="3107082">
              <a:off x="1165582" y="-780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 0">
            <a:extLst>
              <a:ext uri="{FF2B5EF4-FFF2-40B4-BE49-F238E27FC236}">
                <a16:creationId xmlns:a16="http://schemas.microsoft.com/office/drawing/2014/main" id="{5EF80337-3F1B-47B6-406B-EBA2241D7480}"/>
              </a:ext>
            </a:extLst>
          </p:cNvPr>
          <p:cNvSpPr/>
          <p:nvPr/>
        </p:nvSpPr>
        <p:spPr>
          <a:xfrm>
            <a:off x="5783425" y="44401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MOVE</a:t>
            </a:r>
            <a:r>
              <a:rPr lang="en-US" sz="4000" b="1" dirty="0">
                <a:solidFill>
                  <a:srgbClr val="E7976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X</a:t>
            </a:r>
            <a:r>
              <a:rPr lang="en-US" sz="400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SPORTS</a:t>
            </a:r>
            <a:endParaRPr lang="en-US" sz="4000" b="1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4368D97E-D0FA-BBE5-E4F9-D736A48C4461}"/>
              </a:ext>
            </a:extLst>
          </p:cNvPr>
          <p:cNvSpPr/>
          <p:nvPr/>
        </p:nvSpPr>
        <p:spPr>
          <a:xfrm>
            <a:off x="5783425" y="1148763"/>
            <a:ext cx="5523672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 err="1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Antenas</a:t>
            </a:r>
            <a:r>
              <a:rPr lang="en-US" sz="3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com </a:t>
            </a:r>
            <a:r>
              <a:rPr lang="en-US" sz="3850" dirty="0" err="1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calibração</a:t>
            </a:r>
            <a:r>
              <a:rPr lang="en-US" sz="3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850" dirty="0" err="1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automática</a:t>
            </a:r>
            <a:endParaRPr lang="en-US" sz="3850" dirty="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7EBC97C1-E882-0793-2C79-62172C054261}"/>
              </a:ext>
            </a:extLst>
          </p:cNvPr>
          <p:cNvSpPr txBox="1"/>
          <p:nvPr/>
        </p:nvSpPr>
        <p:spPr>
          <a:xfrm>
            <a:off x="5779826" y="2493936"/>
            <a:ext cx="5900897" cy="1833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As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antenas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possuem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calibração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automática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utilização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simples, com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apenas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1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comando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para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todos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os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fluxos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possíveis</a:t>
            </a:r>
            <a:endParaRPr lang="en-US" sz="180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  <a:p>
            <a:pPr marL="0" indent="0" algn="l">
              <a:lnSpc>
                <a:spcPct val="127000"/>
              </a:lnSpc>
              <a:buNone/>
            </a:pP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Conectável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com WI-FI</a:t>
            </a:r>
            <a:endParaRPr lang="en-US" sz="180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80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CAAA8A8-1DA5-6678-DDA0-68F9082B5C5A}"/>
              </a:ext>
            </a:extLst>
          </p:cNvPr>
          <p:cNvGrpSpPr/>
          <p:nvPr/>
        </p:nvGrpSpPr>
        <p:grpSpPr>
          <a:xfrm>
            <a:off x="2395177" y="5030286"/>
            <a:ext cx="3411755" cy="1290144"/>
            <a:chOff x="3126697" y="5151770"/>
            <a:chExt cx="3411755" cy="1290144"/>
          </a:xfrm>
        </p:grpSpPr>
        <p:pic>
          <p:nvPicPr>
            <p:cNvPr id="10" name="Image 1" descr="preencoded.png">
              <a:extLst>
                <a:ext uri="{FF2B5EF4-FFF2-40B4-BE49-F238E27FC236}">
                  <a16:creationId xmlns:a16="http://schemas.microsoft.com/office/drawing/2014/main" id="{8DDB1AF5-4A5F-B6B8-2795-E85391C06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26697" y="5185945"/>
              <a:ext cx="480236" cy="480236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3B58F90-6240-1BD4-67F9-BE03FD318ED8}"/>
                </a:ext>
              </a:extLst>
            </p:cNvPr>
            <p:cNvSpPr txBox="1"/>
            <p:nvPr/>
          </p:nvSpPr>
          <p:spPr>
            <a:xfrm>
              <a:off x="3721760" y="5548464"/>
              <a:ext cx="2816692" cy="893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algn="l">
                <a:lnSpc>
                  <a:spcPct val="127000"/>
                </a:lnSpc>
                <a:buNone/>
              </a:pPr>
              <a:r>
                <a:rPr lang="en-US" sz="1400" dirty="0" err="1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Antenas</a:t>
              </a:r>
              <a:r>
                <a:rPr lang="en-US" sz="1400" dirty="0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 </a:t>
              </a:r>
              <a:r>
                <a:rPr lang="en-US" sz="1400" dirty="0" err="1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resistentes</a:t>
              </a:r>
              <a:r>
                <a:rPr lang="en-US" sz="1400" dirty="0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 e </a:t>
              </a:r>
              <a:r>
                <a:rPr lang="en-US" sz="1400" dirty="0" err="1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sem</a:t>
              </a:r>
              <a:r>
                <a:rPr lang="en-US" sz="1400" dirty="0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 local </a:t>
              </a:r>
              <a:r>
                <a:rPr lang="en-US" sz="1400" dirty="0" err="1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fixo</a:t>
              </a:r>
              <a:r>
                <a:rPr lang="en-US" sz="1400" dirty="0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, </a:t>
              </a:r>
              <a:r>
                <a:rPr lang="en-US" sz="1400" dirty="0" err="1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fácil</a:t>
              </a:r>
              <a:r>
                <a:rPr lang="en-US" sz="1400" dirty="0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 </a:t>
              </a:r>
              <a:r>
                <a:rPr lang="en-US" sz="1400" dirty="0" err="1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instalação</a:t>
              </a:r>
              <a:r>
                <a:rPr lang="en-US" sz="1400" dirty="0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 e com </a:t>
              </a:r>
              <a:r>
                <a:rPr lang="en-US" sz="1400" dirty="0" err="1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baterias</a:t>
              </a:r>
              <a:r>
                <a:rPr lang="en-US" sz="1400" dirty="0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 100% </a:t>
              </a:r>
              <a:r>
                <a:rPr lang="en-US" sz="1400" dirty="0" err="1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recarregáveis</a:t>
              </a:r>
              <a:endParaRPr lang="en-US" sz="1400" dirty="0"/>
            </a:p>
          </p:txBody>
        </p:sp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862E34D5-B3F2-D42E-0C09-0B427BF22223}"/>
                </a:ext>
              </a:extLst>
            </p:cNvPr>
            <p:cNvSpPr/>
            <p:nvPr/>
          </p:nvSpPr>
          <p:spPr>
            <a:xfrm>
              <a:off x="3802384" y="5151770"/>
              <a:ext cx="2460161" cy="4021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77500" lnSpcReduction="20000"/>
            </a:bodyPr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pt-BR" sz="3850" b="1" dirty="0">
                  <a:solidFill>
                    <a:srgbClr val="F2F2F3"/>
                  </a:solidFill>
                  <a:latin typeface="Poppins Light" pitchFamily="34" charset="0"/>
                  <a:cs typeface="Poppins Light" pitchFamily="34" charset="-120"/>
                </a:rPr>
                <a:t>Robustez</a:t>
              </a:r>
              <a:endParaRPr lang="en-US" sz="3850" b="1" dirty="0"/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9A1F876-403B-7C3C-6F74-FC28C6F8212C}"/>
              </a:ext>
            </a:extLst>
          </p:cNvPr>
          <p:cNvGrpSpPr/>
          <p:nvPr/>
        </p:nvGrpSpPr>
        <p:grpSpPr>
          <a:xfrm>
            <a:off x="6058359" y="5030684"/>
            <a:ext cx="3411755" cy="1608501"/>
            <a:chOff x="3126697" y="5151770"/>
            <a:chExt cx="3411755" cy="1608501"/>
          </a:xfrm>
        </p:grpSpPr>
        <p:pic>
          <p:nvPicPr>
            <p:cNvPr id="24" name="Image 1" descr="preencoded.png">
              <a:extLst>
                <a:ext uri="{FF2B5EF4-FFF2-40B4-BE49-F238E27FC236}">
                  <a16:creationId xmlns:a16="http://schemas.microsoft.com/office/drawing/2014/main" id="{7B0493C7-116D-4D4A-EF56-4B8F31CC1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26697" y="5185945"/>
              <a:ext cx="480236" cy="480236"/>
            </a:xfrm>
            <a:prstGeom prst="rect">
              <a:avLst/>
            </a:prstGeom>
          </p:spPr>
        </p:pic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58DD64B2-982B-26C9-7878-615D54D77402}"/>
                </a:ext>
              </a:extLst>
            </p:cNvPr>
            <p:cNvSpPr txBox="1"/>
            <p:nvPr/>
          </p:nvSpPr>
          <p:spPr>
            <a:xfrm>
              <a:off x="3721760" y="5548464"/>
              <a:ext cx="2816692" cy="1211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algn="l">
                <a:lnSpc>
                  <a:spcPct val="127000"/>
                </a:lnSpc>
                <a:buNone/>
              </a:pPr>
              <a:r>
                <a:rPr lang="en-US" sz="1400" dirty="0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As </a:t>
              </a:r>
              <a:r>
                <a:rPr lang="en-US" sz="1400" dirty="0" err="1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antenas</a:t>
              </a:r>
              <a:r>
                <a:rPr lang="en-US" sz="1400" dirty="0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 </a:t>
              </a:r>
              <a:r>
                <a:rPr lang="en-US" sz="1400" dirty="0" err="1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aumentam</a:t>
              </a:r>
              <a:r>
                <a:rPr lang="en-US" sz="1400" dirty="0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 a </a:t>
              </a:r>
              <a:r>
                <a:rPr lang="en-US" sz="1400" dirty="0" err="1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precisão</a:t>
              </a:r>
              <a:r>
                <a:rPr lang="en-US" sz="1400" dirty="0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 dos dados, </a:t>
              </a:r>
              <a:r>
                <a:rPr lang="en-US" sz="1400" dirty="0" err="1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apenas</a:t>
              </a:r>
              <a:r>
                <a:rPr lang="en-US" sz="1400" dirty="0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 3 </a:t>
              </a:r>
              <a:r>
                <a:rPr lang="en-US" sz="1400" dirty="0" err="1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antenas</a:t>
              </a:r>
              <a:r>
                <a:rPr lang="en-US" sz="1400" dirty="0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 </a:t>
              </a:r>
              <a:r>
                <a:rPr lang="en-US" sz="1400" dirty="0" err="1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são</a:t>
              </a:r>
              <a:r>
                <a:rPr lang="en-US" sz="1400" dirty="0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 </a:t>
              </a:r>
              <a:r>
                <a:rPr lang="en-US" sz="1400" dirty="0" err="1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suficiente</a:t>
              </a:r>
              <a:r>
                <a:rPr lang="en-US" sz="1400" dirty="0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 para </a:t>
              </a:r>
              <a:r>
                <a:rPr lang="en-US" sz="1400" dirty="0" err="1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medidas</a:t>
              </a:r>
              <a:r>
                <a:rPr lang="en-US" sz="1400" dirty="0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 </a:t>
              </a:r>
              <a:r>
                <a:rPr lang="en-US" sz="1400" dirty="0" err="1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precisas</a:t>
              </a:r>
              <a:r>
                <a:rPr lang="en-US" sz="1400" dirty="0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 e </a:t>
              </a:r>
              <a:r>
                <a:rPr lang="en-US" sz="1400" dirty="0" err="1">
                  <a:solidFill>
                    <a:srgbClr val="E5E0DF"/>
                  </a:solidFill>
                  <a:latin typeface="Roboto Light" pitchFamily="34" charset="0"/>
                  <a:ea typeface="Roboto Light" pitchFamily="34" charset="-122"/>
                  <a:cs typeface="Roboto Light" pitchFamily="34" charset="-120"/>
                </a:rPr>
                <a:t>consistentes</a:t>
              </a:r>
              <a:endParaRPr lang="en-US" sz="1400" dirty="0"/>
            </a:p>
          </p:txBody>
        </p:sp>
        <p:sp>
          <p:nvSpPr>
            <p:cNvPr id="32" name="Text 1">
              <a:extLst>
                <a:ext uri="{FF2B5EF4-FFF2-40B4-BE49-F238E27FC236}">
                  <a16:creationId xmlns:a16="http://schemas.microsoft.com/office/drawing/2014/main" id="{D740DF06-F8D3-46B6-CC6D-130FD5646C9E}"/>
                </a:ext>
              </a:extLst>
            </p:cNvPr>
            <p:cNvSpPr/>
            <p:nvPr/>
          </p:nvSpPr>
          <p:spPr>
            <a:xfrm>
              <a:off x="3802384" y="5151770"/>
              <a:ext cx="2736068" cy="4021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77500" lnSpcReduction="20000"/>
            </a:bodyPr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pt-BR" sz="3850" b="1" dirty="0">
                  <a:solidFill>
                    <a:srgbClr val="F2F2F3"/>
                  </a:solidFill>
                  <a:latin typeface="Poppins Light" pitchFamily="34" charset="0"/>
                  <a:cs typeface="Poppins Light" pitchFamily="34" charset="-120"/>
                </a:rPr>
                <a:t>Precisão</a:t>
              </a:r>
              <a:endParaRPr lang="en-US" sz="3850" b="1" dirty="0"/>
            </a:p>
          </p:txBody>
        </p:sp>
      </p:grp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8144C32-8A13-4566-B294-EE162EBD8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52203" y="658241"/>
            <a:ext cx="6010109" cy="400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82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37581BF0-A717-9D34-7E98-83CC9ACA7584}"/>
              </a:ext>
            </a:extLst>
          </p:cNvPr>
          <p:cNvGrpSpPr/>
          <p:nvPr/>
        </p:nvGrpSpPr>
        <p:grpSpPr>
          <a:xfrm>
            <a:off x="-2084478" y="0"/>
            <a:ext cx="5648960" cy="1219712"/>
            <a:chOff x="-2044722" y="438280"/>
            <a:chExt cx="5648960" cy="1219712"/>
          </a:xfrm>
          <a:effectLst>
            <a:reflection blurRad="6350" stA="50000" endA="300" endPos="55000" dir="5400000" sy="-100000" algn="bl" rotWithShape="0"/>
          </a:effectLst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2D528D7F-5218-F156-5D9C-76FB9602F6F9}"/>
                </a:ext>
              </a:extLst>
            </p:cNvPr>
            <p:cNvSpPr/>
            <p:nvPr/>
          </p:nvSpPr>
          <p:spPr>
            <a:xfrm rot="3107082">
              <a:off x="190222" y="-1796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1E4EFBBB-50FB-0593-2D22-C43A64B4C066}"/>
                </a:ext>
              </a:extLst>
            </p:cNvPr>
            <p:cNvSpPr/>
            <p:nvPr/>
          </p:nvSpPr>
          <p:spPr>
            <a:xfrm rot="3107082">
              <a:off x="434062" y="-1542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FCD41BB2-FD7A-CD1A-9DFA-A12A4E255903}"/>
                </a:ext>
              </a:extLst>
            </p:cNvPr>
            <p:cNvSpPr/>
            <p:nvPr/>
          </p:nvSpPr>
          <p:spPr>
            <a:xfrm rot="3107082">
              <a:off x="677902" y="-1288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FA0E7E44-24A8-CFC3-8F8E-244267A3F67B}"/>
                </a:ext>
              </a:extLst>
            </p:cNvPr>
            <p:cNvSpPr/>
            <p:nvPr/>
          </p:nvSpPr>
          <p:spPr>
            <a:xfrm rot="3107082">
              <a:off x="921742" y="-1034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831C4259-BE31-3A2C-CE01-40485B516AC9}"/>
                </a:ext>
              </a:extLst>
            </p:cNvPr>
            <p:cNvSpPr/>
            <p:nvPr/>
          </p:nvSpPr>
          <p:spPr>
            <a:xfrm rot="3107082">
              <a:off x="1165582" y="-780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7966F815-4CB1-0181-9C2C-C9B1BFF6A365}"/>
              </a:ext>
            </a:extLst>
          </p:cNvPr>
          <p:cNvGrpSpPr/>
          <p:nvPr/>
        </p:nvGrpSpPr>
        <p:grpSpPr>
          <a:xfrm>
            <a:off x="8300809" y="5774931"/>
            <a:ext cx="5648960" cy="1219712"/>
            <a:chOff x="-2044722" y="438280"/>
            <a:chExt cx="5648960" cy="1219712"/>
          </a:xfrm>
          <a:effectLst>
            <a:reflection blurRad="6350" stA="50000" endA="300" endPos="55000" dir="5400000" sy="-100000" algn="bl" rotWithShape="0"/>
          </a:effectLst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D24E7710-FFE6-523E-EF67-F661A929197D}"/>
                </a:ext>
              </a:extLst>
            </p:cNvPr>
            <p:cNvSpPr/>
            <p:nvPr/>
          </p:nvSpPr>
          <p:spPr>
            <a:xfrm rot="3107082">
              <a:off x="190222" y="-1796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F7473DDA-C396-F4E5-A348-FC8BA5B3312E}"/>
                </a:ext>
              </a:extLst>
            </p:cNvPr>
            <p:cNvSpPr/>
            <p:nvPr/>
          </p:nvSpPr>
          <p:spPr>
            <a:xfrm rot="3107082">
              <a:off x="434062" y="-1542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FFE83B1-0F25-EBDC-DA03-7194BDF22F22}"/>
                </a:ext>
              </a:extLst>
            </p:cNvPr>
            <p:cNvSpPr/>
            <p:nvPr/>
          </p:nvSpPr>
          <p:spPr>
            <a:xfrm rot="3107082">
              <a:off x="677902" y="-1288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D10E9981-BE20-2E3B-8662-AE8E9DA1D62B}"/>
                </a:ext>
              </a:extLst>
            </p:cNvPr>
            <p:cNvSpPr/>
            <p:nvPr/>
          </p:nvSpPr>
          <p:spPr>
            <a:xfrm rot="3107082">
              <a:off x="921742" y="-1034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A0A0E8EF-8574-330D-05DC-6B9FF16E5E70}"/>
                </a:ext>
              </a:extLst>
            </p:cNvPr>
            <p:cNvSpPr/>
            <p:nvPr/>
          </p:nvSpPr>
          <p:spPr>
            <a:xfrm rot="3107082">
              <a:off x="1165582" y="-780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 0">
            <a:extLst>
              <a:ext uri="{FF2B5EF4-FFF2-40B4-BE49-F238E27FC236}">
                <a16:creationId xmlns:a16="http://schemas.microsoft.com/office/drawing/2014/main" id="{5EF80337-3F1B-47B6-406B-EBA2241D7480}"/>
              </a:ext>
            </a:extLst>
          </p:cNvPr>
          <p:cNvSpPr/>
          <p:nvPr/>
        </p:nvSpPr>
        <p:spPr>
          <a:xfrm>
            <a:off x="7150109" y="44401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MOVE</a:t>
            </a:r>
            <a:r>
              <a:rPr lang="en-US" sz="4000" b="1" dirty="0">
                <a:solidFill>
                  <a:srgbClr val="E7976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X</a:t>
            </a:r>
            <a:r>
              <a:rPr lang="en-US" sz="400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SPORTS</a:t>
            </a:r>
            <a:endParaRPr lang="en-US" sz="4000" b="1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4368D97E-D0FA-BBE5-E4F9-D736A48C4461}"/>
              </a:ext>
            </a:extLst>
          </p:cNvPr>
          <p:cNvSpPr/>
          <p:nvPr/>
        </p:nvSpPr>
        <p:spPr>
          <a:xfrm>
            <a:off x="7150109" y="1148763"/>
            <a:ext cx="4973065" cy="81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Mapa de Calor: </a:t>
            </a:r>
            <a:r>
              <a:rPr lang="en-US" sz="3850" dirty="0" err="1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Posicionamento</a:t>
            </a:r>
            <a:r>
              <a:rPr lang="en-US" sz="3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850" dirty="0" err="1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baseado</a:t>
            </a:r>
            <a:r>
              <a:rPr lang="en-US" sz="3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850" dirty="0" err="1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em</a:t>
            </a:r>
            <a:r>
              <a:rPr lang="en-US" sz="3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dados</a:t>
            </a:r>
            <a:endParaRPr lang="en-US" sz="3850" dirty="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7EBC97C1-E882-0793-2C79-62172C054261}"/>
              </a:ext>
            </a:extLst>
          </p:cNvPr>
          <p:cNvSpPr txBox="1"/>
          <p:nvPr/>
        </p:nvSpPr>
        <p:spPr>
          <a:xfrm>
            <a:off x="7146510" y="1827316"/>
            <a:ext cx="5045490" cy="1340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mapa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calor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revela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padrões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invisíveis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olho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nu. O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atleta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 o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treinador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identificam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com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precisão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80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43C16E60-441F-4F72-4D46-8BE9C1DED4C7}"/>
              </a:ext>
            </a:extLst>
          </p:cNvPr>
          <p:cNvSpPr/>
          <p:nvPr/>
        </p:nvSpPr>
        <p:spPr>
          <a:xfrm>
            <a:off x="7193406" y="3144779"/>
            <a:ext cx="2971522" cy="951175"/>
          </a:xfrm>
          <a:prstGeom prst="roundRect">
            <a:avLst>
              <a:gd name="adj" fmla="val 1535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r>
              <a:rPr lang="pt-BR" sz="1400" b="1" dirty="0">
                <a:solidFill>
                  <a:schemeClr val="bg1"/>
                </a:solidFill>
              </a:rPr>
              <a:t>Zona de domínio:</a:t>
            </a:r>
            <a:br>
              <a:rPr lang="pt-BR" sz="1400" b="1" dirty="0">
                <a:solidFill>
                  <a:schemeClr val="bg1"/>
                </a:solidFill>
              </a:rPr>
            </a:br>
            <a:r>
              <a:rPr lang="pt-BR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Onde o atleta mais atua e influencia NO JOGO</a:t>
            </a:r>
            <a:endParaRPr lang="en-US" sz="140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0298A1B-75D2-3E29-5D96-660C7A476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729" y="0"/>
            <a:ext cx="6858000" cy="6858000"/>
          </a:xfrm>
          <a:prstGeom prst="rect">
            <a:avLst/>
          </a:prstGeom>
        </p:spPr>
      </p:pic>
      <p:sp>
        <p:nvSpPr>
          <p:cNvPr id="11" name="Shape 8">
            <a:extLst>
              <a:ext uri="{FF2B5EF4-FFF2-40B4-BE49-F238E27FC236}">
                <a16:creationId xmlns:a16="http://schemas.microsoft.com/office/drawing/2014/main" id="{1425A63E-4C6E-DE9F-5833-8B573C2F3FFC}"/>
              </a:ext>
            </a:extLst>
          </p:cNvPr>
          <p:cNvSpPr/>
          <p:nvPr/>
        </p:nvSpPr>
        <p:spPr>
          <a:xfrm>
            <a:off x="7195781" y="4394238"/>
            <a:ext cx="2971522" cy="951175"/>
          </a:xfrm>
          <a:prstGeom prst="roundRect">
            <a:avLst>
              <a:gd name="adj" fmla="val 1535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r>
              <a:rPr lang="pt-BR" sz="1400" b="1" dirty="0">
                <a:solidFill>
                  <a:schemeClr val="bg1"/>
                </a:solidFill>
              </a:rPr>
              <a:t>Falhas de cobertura:</a:t>
            </a:r>
            <a:br>
              <a:rPr lang="pt-BR" sz="1400" b="1" dirty="0">
                <a:solidFill>
                  <a:schemeClr val="bg1"/>
                </a:solidFill>
              </a:rPr>
            </a:br>
            <a:r>
              <a:rPr lang="pt-BR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Áreas que precisam de mais presença tática</a:t>
            </a:r>
            <a:endParaRPr lang="en-US" sz="140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2D920BA1-E0E5-35E3-F6DE-69F3D92043A7}"/>
              </a:ext>
            </a:extLst>
          </p:cNvPr>
          <p:cNvSpPr/>
          <p:nvPr/>
        </p:nvSpPr>
        <p:spPr>
          <a:xfrm>
            <a:off x="7199820" y="5643697"/>
            <a:ext cx="2971522" cy="951175"/>
          </a:xfrm>
          <a:prstGeom prst="roundRect">
            <a:avLst>
              <a:gd name="adj" fmla="val 1535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r>
              <a:rPr lang="pt-BR" sz="1400" b="1" dirty="0">
                <a:solidFill>
                  <a:schemeClr val="bg1"/>
                </a:solidFill>
              </a:rPr>
              <a:t>Correção imediata:</a:t>
            </a:r>
            <a:br>
              <a:rPr lang="pt-BR" sz="1400" b="1" dirty="0">
                <a:solidFill>
                  <a:schemeClr val="bg1"/>
                </a:solidFill>
              </a:rPr>
            </a:br>
            <a:r>
              <a:rPr lang="pt-BR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Ajustes de posicionamento com base em evidências e tecnologia</a:t>
            </a:r>
            <a:endParaRPr lang="en-US" sz="140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12E62D9-5043-23BE-B0D0-2BCAF3FCF708}"/>
              </a:ext>
            </a:extLst>
          </p:cNvPr>
          <p:cNvSpPr txBox="1"/>
          <p:nvPr/>
        </p:nvSpPr>
        <p:spPr>
          <a:xfrm>
            <a:off x="9572316" y="2760058"/>
            <a:ext cx="4928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🧠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63D4D77-F2CA-F824-D2B9-0A2E850BA7D7}"/>
              </a:ext>
            </a:extLst>
          </p:cNvPr>
          <p:cNvSpPr txBox="1"/>
          <p:nvPr/>
        </p:nvSpPr>
        <p:spPr>
          <a:xfrm>
            <a:off x="9572316" y="4107544"/>
            <a:ext cx="4928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🎯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9F3FB36-2D48-F815-F1A5-BB25AA0490D6}"/>
              </a:ext>
            </a:extLst>
          </p:cNvPr>
          <p:cNvSpPr txBox="1"/>
          <p:nvPr/>
        </p:nvSpPr>
        <p:spPr>
          <a:xfrm>
            <a:off x="9572316" y="5372260"/>
            <a:ext cx="492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🔄</a:t>
            </a:r>
          </a:p>
        </p:txBody>
      </p:sp>
    </p:spTree>
    <p:extLst>
      <p:ext uri="{BB962C8B-B14F-4D97-AF65-F5344CB8AC3E}">
        <p14:creationId xmlns:p14="http://schemas.microsoft.com/office/powerpoint/2010/main" val="2185811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37581BF0-A717-9D34-7E98-83CC9ACA7584}"/>
              </a:ext>
            </a:extLst>
          </p:cNvPr>
          <p:cNvGrpSpPr/>
          <p:nvPr/>
        </p:nvGrpSpPr>
        <p:grpSpPr>
          <a:xfrm>
            <a:off x="-2084478" y="0"/>
            <a:ext cx="5648960" cy="1219712"/>
            <a:chOff x="-2044722" y="438280"/>
            <a:chExt cx="5648960" cy="1219712"/>
          </a:xfrm>
          <a:effectLst>
            <a:reflection blurRad="6350" stA="50000" endA="300" endPos="55000" dir="5400000" sy="-100000" algn="bl" rotWithShape="0"/>
          </a:effectLst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2D528D7F-5218-F156-5D9C-76FB9602F6F9}"/>
                </a:ext>
              </a:extLst>
            </p:cNvPr>
            <p:cNvSpPr/>
            <p:nvPr/>
          </p:nvSpPr>
          <p:spPr>
            <a:xfrm rot="3107082">
              <a:off x="190222" y="-1796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1E4EFBBB-50FB-0593-2D22-C43A64B4C066}"/>
                </a:ext>
              </a:extLst>
            </p:cNvPr>
            <p:cNvSpPr/>
            <p:nvPr/>
          </p:nvSpPr>
          <p:spPr>
            <a:xfrm rot="3107082">
              <a:off x="434062" y="-1542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FCD41BB2-FD7A-CD1A-9DFA-A12A4E255903}"/>
                </a:ext>
              </a:extLst>
            </p:cNvPr>
            <p:cNvSpPr/>
            <p:nvPr/>
          </p:nvSpPr>
          <p:spPr>
            <a:xfrm rot="3107082">
              <a:off x="677902" y="-1288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FA0E7E44-24A8-CFC3-8F8E-244267A3F67B}"/>
                </a:ext>
              </a:extLst>
            </p:cNvPr>
            <p:cNvSpPr/>
            <p:nvPr/>
          </p:nvSpPr>
          <p:spPr>
            <a:xfrm rot="3107082">
              <a:off x="921742" y="-1034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831C4259-BE31-3A2C-CE01-40485B516AC9}"/>
                </a:ext>
              </a:extLst>
            </p:cNvPr>
            <p:cNvSpPr/>
            <p:nvPr/>
          </p:nvSpPr>
          <p:spPr>
            <a:xfrm rot="3107082">
              <a:off x="1165582" y="-780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7966F815-4CB1-0181-9C2C-C9B1BFF6A365}"/>
              </a:ext>
            </a:extLst>
          </p:cNvPr>
          <p:cNvGrpSpPr/>
          <p:nvPr/>
        </p:nvGrpSpPr>
        <p:grpSpPr>
          <a:xfrm>
            <a:off x="8300809" y="5774931"/>
            <a:ext cx="5648960" cy="1219712"/>
            <a:chOff x="-2044722" y="438280"/>
            <a:chExt cx="5648960" cy="1219712"/>
          </a:xfrm>
          <a:effectLst>
            <a:reflection blurRad="6350" stA="50000" endA="300" endPos="55000" dir="5400000" sy="-100000" algn="bl" rotWithShape="0"/>
          </a:effectLst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D24E7710-FFE6-523E-EF67-F661A929197D}"/>
                </a:ext>
              </a:extLst>
            </p:cNvPr>
            <p:cNvSpPr/>
            <p:nvPr/>
          </p:nvSpPr>
          <p:spPr>
            <a:xfrm rot="3107082">
              <a:off x="190222" y="-1796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F7473DDA-C396-F4E5-A348-FC8BA5B3312E}"/>
                </a:ext>
              </a:extLst>
            </p:cNvPr>
            <p:cNvSpPr/>
            <p:nvPr/>
          </p:nvSpPr>
          <p:spPr>
            <a:xfrm rot="3107082">
              <a:off x="434062" y="-1542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FFE83B1-0F25-EBDC-DA03-7194BDF22F22}"/>
                </a:ext>
              </a:extLst>
            </p:cNvPr>
            <p:cNvSpPr/>
            <p:nvPr/>
          </p:nvSpPr>
          <p:spPr>
            <a:xfrm rot="3107082">
              <a:off x="677902" y="-1288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D10E9981-BE20-2E3B-8662-AE8E9DA1D62B}"/>
                </a:ext>
              </a:extLst>
            </p:cNvPr>
            <p:cNvSpPr/>
            <p:nvPr/>
          </p:nvSpPr>
          <p:spPr>
            <a:xfrm rot="3107082">
              <a:off x="921742" y="-1034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A0A0E8EF-8574-330D-05DC-6B9FF16E5E70}"/>
                </a:ext>
              </a:extLst>
            </p:cNvPr>
            <p:cNvSpPr/>
            <p:nvPr/>
          </p:nvSpPr>
          <p:spPr>
            <a:xfrm rot="3107082">
              <a:off x="1165582" y="-780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 0">
            <a:extLst>
              <a:ext uri="{FF2B5EF4-FFF2-40B4-BE49-F238E27FC236}">
                <a16:creationId xmlns:a16="http://schemas.microsoft.com/office/drawing/2014/main" id="{5EF80337-3F1B-47B6-406B-EBA2241D7480}"/>
              </a:ext>
            </a:extLst>
          </p:cNvPr>
          <p:cNvSpPr/>
          <p:nvPr/>
        </p:nvSpPr>
        <p:spPr>
          <a:xfrm>
            <a:off x="7150109" y="44401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MOVE</a:t>
            </a:r>
            <a:r>
              <a:rPr lang="en-US" sz="4000" b="1" dirty="0">
                <a:solidFill>
                  <a:srgbClr val="E7976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X</a:t>
            </a:r>
            <a:r>
              <a:rPr lang="en-US" sz="400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SPORTS</a:t>
            </a:r>
            <a:endParaRPr lang="en-US" sz="4000" b="1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4368D97E-D0FA-BBE5-E4F9-D736A48C4461}"/>
              </a:ext>
            </a:extLst>
          </p:cNvPr>
          <p:cNvSpPr/>
          <p:nvPr/>
        </p:nvSpPr>
        <p:spPr>
          <a:xfrm>
            <a:off x="7150109" y="1148763"/>
            <a:ext cx="4973065" cy="81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Mapa de Sprints: Domine a </a:t>
            </a:r>
            <a:r>
              <a:rPr lang="en-US" sz="3850" dirty="0" err="1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intensidade</a:t>
            </a:r>
            <a:r>
              <a:rPr lang="en-US" sz="3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e o </a:t>
            </a:r>
            <a:r>
              <a:rPr lang="en-US" sz="3850" dirty="0" err="1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esforço</a:t>
            </a:r>
            <a:r>
              <a:rPr lang="en-US" sz="3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do </a:t>
            </a:r>
            <a:r>
              <a:rPr lang="en-US" sz="3850" dirty="0" err="1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atleta</a:t>
            </a:r>
            <a:endParaRPr lang="en-US" sz="3850" dirty="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7EBC97C1-E882-0793-2C79-62172C054261}"/>
              </a:ext>
            </a:extLst>
          </p:cNvPr>
          <p:cNvSpPr txBox="1"/>
          <p:nvPr/>
        </p:nvSpPr>
        <p:spPr>
          <a:xfrm>
            <a:off x="7146510" y="1827316"/>
            <a:ext cx="5045490" cy="9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Monitore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o volume e a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intensidade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cada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sprint.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Saiba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exatamente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quando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acelerar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quando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preservar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energia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 </a:t>
            </a:r>
            <a:endParaRPr lang="en-US" sz="180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43C16E60-441F-4F72-4D46-8BE9C1DED4C7}"/>
              </a:ext>
            </a:extLst>
          </p:cNvPr>
          <p:cNvSpPr/>
          <p:nvPr/>
        </p:nvSpPr>
        <p:spPr>
          <a:xfrm>
            <a:off x="7193406" y="3144779"/>
            <a:ext cx="2971522" cy="951175"/>
          </a:xfrm>
          <a:prstGeom prst="roundRect">
            <a:avLst>
              <a:gd name="adj" fmla="val 1535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r>
              <a:rPr lang="pt-BR" sz="1400" b="1" dirty="0">
                <a:solidFill>
                  <a:schemeClr val="bg1"/>
                </a:solidFill>
              </a:rPr>
              <a:t>Controle de Esforço:</a:t>
            </a:r>
            <a:br>
              <a:rPr lang="pt-BR" sz="1400" b="1" dirty="0">
                <a:solidFill>
                  <a:schemeClr val="bg1"/>
                </a:solidFill>
              </a:rPr>
            </a:br>
            <a:r>
              <a:rPr lang="en-US" sz="14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Monitore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o volume, </a:t>
            </a:r>
            <a:r>
              <a:rPr lang="en-US" sz="14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intensidade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 </a:t>
            </a:r>
            <a:r>
              <a:rPr lang="en-US" sz="14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direção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 </a:t>
            </a:r>
            <a:r>
              <a:rPr lang="en-US" sz="14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cada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sprint.</a:t>
            </a:r>
            <a:endParaRPr lang="en-US" sz="14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425A63E-4C6E-DE9F-5833-8B573C2F3FFC}"/>
              </a:ext>
            </a:extLst>
          </p:cNvPr>
          <p:cNvSpPr/>
          <p:nvPr/>
        </p:nvSpPr>
        <p:spPr>
          <a:xfrm>
            <a:off x="7195781" y="4394238"/>
            <a:ext cx="2971522" cy="951175"/>
          </a:xfrm>
          <a:prstGeom prst="roundRect">
            <a:avLst>
              <a:gd name="adj" fmla="val 1535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r>
              <a:rPr lang="pt-BR" sz="1400" b="1" dirty="0">
                <a:solidFill>
                  <a:schemeClr val="bg1"/>
                </a:solidFill>
              </a:rPr>
              <a:t>Correção para cada posição:</a:t>
            </a:r>
            <a:br>
              <a:rPr lang="pt-BR" sz="1400" b="1" dirty="0">
                <a:solidFill>
                  <a:schemeClr val="bg1"/>
                </a:solidFill>
              </a:rPr>
            </a:br>
            <a:r>
              <a:rPr lang="pt-BR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Corrija direcionamento de sprints de acordo com a posição de cada jogador</a:t>
            </a:r>
            <a:endParaRPr lang="en-US" sz="140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2D920BA1-E0E5-35E3-F6DE-69F3D92043A7}"/>
              </a:ext>
            </a:extLst>
          </p:cNvPr>
          <p:cNvSpPr/>
          <p:nvPr/>
        </p:nvSpPr>
        <p:spPr>
          <a:xfrm>
            <a:off x="7199820" y="5643697"/>
            <a:ext cx="2971522" cy="951175"/>
          </a:xfrm>
          <a:prstGeom prst="roundRect">
            <a:avLst>
              <a:gd name="adj" fmla="val 1535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r>
              <a:rPr lang="pt-BR" sz="1400" b="1" dirty="0">
                <a:solidFill>
                  <a:schemeClr val="bg1"/>
                </a:solidFill>
              </a:rPr>
              <a:t>Performance Consistente:</a:t>
            </a:r>
            <a:br>
              <a:rPr lang="pt-BR" sz="1400" b="1" dirty="0">
                <a:solidFill>
                  <a:schemeClr val="bg1"/>
                </a:solidFill>
              </a:rPr>
            </a:br>
            <a:r>
              <a:rPr lang="pt-BR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Rendimento máximo sustentado com inteligência e estratégia</a:t>
            </a:r>
            <a:endParaRPr lang="en-US" sz="140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6328C62-4C60-14AE-1AC0-628A511E9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9145013-E222-1987-0D74-9AB70985BE74}"/>
              </a:ext>
            </a:extLst>
          </p:cNvPr>
          <p:cNvSpPr txBox="1"/>
          <p:nvPr/>
        </p:nvSpPr>
        <p:spPr>
          <a:xfrm>
            <a:off x="9735011" y="2828210"/>
            <a:ext cx="4780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📈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2B325DA-C40E-0E9B-BCAF-5BE3A64F0996}"/>
              </a:ext>
            </a:extLst>
          </p:cNvPr>
          <p:cNvSpPr txBox="1"/>
          <p:nvPr/>
        </p:nvSpPr>
        <p:spPr>
          <a:xfrm>
            <a:off x="9719981" y="4122801"/>
            <a:ext cx="4931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⚙️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7D5D716-E365-A432-8E13-6B344A68C836}"/>
              </a:ext>
            </a:extLst>
          </p:cNvPr>
          <p:cNvSpPr txBox="1"/>
          <p:nvPr/>
        </p:nvSpPr>
        <p:spPr>
          <a:xfrm>
            <a:off x="9713954" y="5417392"/>
            <a:ext cx="4931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📊</a:t>
            </a:r>
          </a:p>
        </p:txBody>
      </p:sp>
    </p:spTree>
    <p:extLst>
      <p:ext uri="{BB962C8B-B14F-4D97-AF65-F5344CB8AC3E}">
        <p14:creationId xmlns:p14="http://schemas.microsoft.com/office/powerpoint/2010/main" val="4167314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37581BF0-A717-9D34-7E98-83CC9ACA7584}"/>
              </a:ext>
            </a:extLst>
          </p:cNvPr>
          <p:cNvGrpSpPr/>
          <p:nvPr/>
        </p:nvGrpSpPr>
        <p:grpSpPr>
          <a:xfrm>
            <a:off x="-2084478" y="0"/>
            <a:ext cx="5648960" cy="1219712"/>
            <a:chOff x="-2044722" y="438280"/>
            <a:chExt cx="5648960" cy="1219712"/>
          </a:xfrm>
          <a:effectLst>
            <a:reflection blurRad="6350" stA="50000" endA="300" endPos="55000" dir="5400000" sy="-100000" algn="bl" rotWithShape="0"/>
          </a:effectLst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2D528D7F-5218-F156-5D9C-76FB9602F6F9}"/>
                </a:ext>
              </a:extLst>
            </p:cNvPr>
            <p:cNvSpPr/>
            <p:nvPr/>
          </p:nvSpPr>
          <p:spPr>
            <a:xfrm rot="3107082">
              <a:off x="190222" y="-1796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1E4EFBBB-50FB-0593-2D22-C43A64B4C066}"/>
                </a:ext>
              </a:extLst>
            </p:cNvPr>
            <p:cNvSpPr/>
            <p:nvPr/>
          </p:nvSpPr>
          <p:spPr>
            <a:xfrm rot="3107082">
              <a:off x="434062" y="-1542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FCD41BB2-FD7A-CD1A-9DFA-A12A4E255903}"/>
                </a:ext>
              </a:extLst>
            </p:cNvPr>
            <p:cNvSpPr/>
            <p:nvPr/>
          </p:nvSpPr>
          <p:spPr>
            <a:xfrm rot="3107082">
              <a:off x="677902" y="-1288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FA0E7E44-24A8-CFC3-8F8E-244267A3F67B}"/>
                </a:ext>
              </a:extLst>
            </p:cNvPr>
            <p:cNvSpPr/>
            <p:nvPr/>
          </p:nvSpPr>
          <p:spPr>
            <a:xfrm rot="3107082">
              <a:off x="921742" y="-1034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831C4259-BE31-3A2C-CE01-40485B516AC9}"/>
                </a:ext>
              </a:extLst>
            </p:cNvPr>
            <p:cNvSpPr/>
            <p:nvPr/>
          </p:nvSpPr>
          <p:spPr>
            <a:xfrm rot="3107082">
              <a:off x="1165582" y="-780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7966F815-4CB1-0181-9C2C-C9B1BFF6A365}"/>
              </a:ext>
            </a:extLst>
          </p:cNvPr>
          <p:cNvGrpSpPr/>
          <p:nvPr/>
        </p:nvGrpSpPr>
        <p:grpSpPr>
          <a:xfrm>
            <a:off x="8300809" y="5774931"/>
            <a:ext cx="5648960" cy="1219712"/>
            <a:chOff x="-2044722" y="438280"/>
            <a:chExt cx="5648960" cy="1219712"/>
          </a:xfrm>
          <a:effectLst>
            <a:reflection blurRad="6350" stA="50000" endA="300" endPos="55000" dir="5400000" sy="-100000" algn="bl" rotWithShape="0"/>
          </a:effectLst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D24E7710-FFE6-523E-EF67-F661A929197D}"/>
                </a:ext>
              </a:extLst>
            </p:cNvPr>
            <p:cNvSpPr/>
            <p:nvPr/>
          </p:nvSpPr>
          <p:spPr>
            <a:xfrm rot="3107082">
              <a:off x="190222" y="-1796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F7473DDA-C396-F4E5-A348-FC8BA5B3312E}"/>
                </a:ext>
              </a:extLst>
            </p:cNvPr>
            <p:cNvSpPr/>
            <p:nvPr/>
          </p:nvSpPr>
          <p:spPr>
            <a:xfrm rot="3107082">
              <a:off x="434062" y="-1542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FFE83B1-0F25-EBDC-DA03-7194BDF22F22}"/>
                </a:ext>
              </a:extLst>
            </p:cNvPr>
            <p:cNvSpPr/>
            <p:nvPr/>
          </p:nvSpPr>
          <p:spPr>
            <a:xfrm rot="3107082">
              <a:off x="677902" y="-1288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D10E9981-BE20-2E3B-8662-AE8E9DA1D62B}"/>
                </a:ext>
              </a:extLst>
            </p:cNvPr>
            <p:cNvSpPr/>
            <p:nvPr/>
          </p:nvSpPr>
          <p:spPr>
            <a:xfrm rot="3107082">
              <a:off x="921742" y="-1034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A0A0E8EF-8574-330D-05DC-6B9FF16E5E70}"/>
                </a:ext>
              </a:extLst>
            </p:cNvPr>
            <p:cNvSpPr/>
            <p:nvPr/>
          </p:nvSpPr>
          <p:spPr>
            <a:xfrm rot="3107082">
              <a:off x="1165582" y="-780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 0">
            <a:extLst>
              <a:ext uri="{FF2B5EF4-FFF2-40B4-BE49-F238E27FC236}">
                <a16:creationId xmlns:a16="http://schemas.microsoft.com/office/drawing/2014/main" id="{5EF80337-3F1B-47B6-406B-EBA2241D7480}"/>
              </a:ext>
            </a:extLst>
          </p:cNvPr>
          <p:cNvSpPr/>
          <p:nvPr/>
        </p:nvSpPr>
        <p:spPr>
          <a:xfrm>
            <a:off x="7994196" y="50035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MOVE</a:t>
            </a:r>
            <a:r>
              <a:rPr lang="en-US" sz="4000" b="1" dirty="0">
                <a:solidFill>
                  <a:srgbClr val="E7976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X</a:t>
            </a:r>
            <a:r>
              <a:rPr lang="en-US" sz="400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SPORTS</a:t>
            </a:r>
            <a:endParaRPr lang="en-US" sz="4000" b="1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43C16E60-441F-4F72-4D46-8BE9C1DED4C7}"/>
              </a:ext>
            </a:extLst>
          </p:cNvPr>
          <p:cNvSpPr/>
          <p:nvPr/>
        </p:nvSpPr>
        <p:spPr>
          <a:xfrm>
            <a:off x="4369456" y="1045155"/>
            <a:ext cx="2971522" cy="769442"/>
          </a:xfrm>
          <a:prstGeom prst="roundRect">
            <a:avLst>
              <a:gd name="adj" fmla="val 1535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r>
              <a:rPr lang="pt-BR" sz="1400" b="1" dirty="0">
                <a:solidFill>
                  <a:schemeClr val="bg1"/>
                </a:solidFill>
              </a:rPr>
              <a:t>Posicionar as antenas:</a:t>
            </a:r>
            <a:br>
              <a:rPr lang="pt-BR" sz="1400" b="1" dirty="0">
                <a:solidFill>
                  <a:schemeClr val="bg1"/>
                </a:solidFill>
              </a:rPr>
            </a:br>
            <a:r>
              <a:rPr lang="pt-BR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Posicione 3  antenas no campo ou quadra</a:t>
            </a:r>
            <a:endParaRPr lang="en-US" sz="140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9145013-E222-1987-0D74-9AB70985BE74}"/>
              </a:ext>
            </a:extLst>
          </p:cNvPr>
          <p:cNvSpPr txBox="1"/>
          <p:nvPr/>
        </p:nvSpPr>
        <p:spPr>
          <a:xfrm>
            <a:off x="4298165" y="279575"/>
            <a:ext cx="4780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E79762"/>
                </a:solidFill>
              </a:rPr>
              <a:t>1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1A9A46C-6E93-C77F-67B9-115D5682C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10" y="241716"/>
            <a:ext cx="3796393" cy="2135471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8E52D195-CCAA-0A26-2D6C-9DE8DD19F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803" y="2377187"/>
            <a:ext cx="3796393" cy="2135471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45D32624-A44E-303D-4EFB-8517E06496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196" y="4512658"/>
            <a:ext cx="3796394" cy="2135471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98E7AE64-66F4-677B-07F5-648531E0037A}"/>
              </a:ext>
            </a:extLst>
          </p:cNvPr>
          <p:cNvSpPr txBox="1"/>
          <p:nvPr/>
        </p:nvSpPr>
        <p:spPr>
          <a:xfrm>
            <a:off x="7994196" y="2232575"/>
            <a:ext cx="4780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>
                <a:solidFill>
                  <a:srgbClr val="E79762"/>
                </a:solidFill>
              </a:rPr>
              <a:t>2</a:t>
            </a:r>
            <a:endParaRPr lang="en-US" sz="4400" b="1" dirty="0">
              <a:solidFill>
                <a:srgbClr val="E79762"/>
              </a:solidFill>
            </a:endParaRPr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62E8A2FB-8343-9AFE-AEDF-51193BA392A9}"/>
              </a:ext>
            </a:extLst>
          </p:cNvPr>
          <p:cNvSpPr/>
          <p:nvPr/>
        </p:nvSpPr>
        <p:spPr>
          <a:xfrm>
            <a:off x="4865109" y="5527256"/>
            <a:ext cx="2971522" cy="951175"/>
          </a:xfrm>
          <a:prstGeom prst="roundRect">
            <a:avLst>
              <a:gd name="adj" fmla="val 1535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r>
              <a:rPr lang="pt-BR" sz="1400" b="1" dirty="0">
                <a:solidFill>
                  <a:schemeClr val="bg1"/>
                </a:solidFill>
              </a:rPr>
              <a:t>Inicie o relatório:</a:t>
            </a:r>
            <a:br>
              <a:rPr lang="pt-BR" sz="1400" b="1" dirty="0">
                <a:solidFill>
                  <a:schemeClr val="bg1"/>
                </a:solidFill>
              </a:rPr>
            </a:br>
            <a:r>
              <a:rPr lang="pt-BR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 um simples clique inicie o monitoramento de todos os atletas</a:t>
            </a:r>
            <a:endParaRPr lang="en-US" sz="140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0CD7E2D8-0DD5-B2D9-8F8C-75E57E97AC03}"/>
              </a:ext>
            </a:extLst>
          </p:cNvPr>
          <p:cNvSpPr txBox="1"/>
          <p:nvPr/>
        </p:nvSpPr>
        <p:spPr>
          <a:xfrm>
            <a:off x="7394180" y="4834032"/>
            <a:ext cx="4780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>
                <a:solidFill>
                  <a:srgbClr val="E79762"/>
                </a:solidFill>
              </a:rPr>
              <a:t>3</a:t>
            </a:r>
            <a:endParaRPr lang="en-US" sz="4400" b="1" dirty="0">
              <a:solidFill>
                <a:srgbClr val="E79762"/>
              </a:solidFill>
            </a:endParaRPr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0B3B67CD-D00F-9F1D-01FC-2739A252397A}"/>
              </a:ext>
            </a:extLst>
          </p:cNvPr>
          <p:cNvSpPr/>
          <p:nvPr/>
        </p:nvSpPr>
        <p:spPr>
          <a:xfrm>
            <a:off x="7666087" y="1265325"/>
            <a:ext cx="2971522" cy="951175"/>
          </a:xfrm>
          <a:prstGeom prst="roundRect">
            <a:avLst>
              <a:gd name="adj" fmla="val 1535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r>
              <a:rPr lang="pt-BR" sz="1400" b="1" dirty="0">
                <a:solidFill>
                  <a:schemeClr val="bg1"/>
                </a:solidFill>
              </a:rPr>
              <a:t>Controle de Esforço:</a:t>
            </a:r>
            <a:br>
              <a:rPr lang="pt-BR" sz="1400" b="1" dirty="0">
                <a:solidFill>
                  <a:schemeClr val="bg1"/>
                </a:solidFill>
              </a:rPr>
            </a:br>
            <a:r>
              <a:rPr lang="en-US" sz="14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Monitore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o volume, </a:t>
            </a:r>
            <a:r>
              <a:rPr lang="en-US" sz="14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intensidade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 </a:t>
            </a:r>
            <a:r>
              <a:rPr lang="en-US" sz="14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direção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 </a:t>
            </a:r>
            <a:r>
              <a:rPr lang="en-US" sz="14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cada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sprint.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02968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37581BF0-A717-9D34-7E98-83CC9ACA7584}"/>
              </a:ext>
            </a:extLst>
          </p:cNvPr>
          <p:cNvGrpSpPr/>
          <p:nvPr/>
        </p:nvGrpSpPr>
        <p:grpSpPr>
          <a:xfrm>
            <a:off x="-2084478" y="0"/>
            <a:ext cx="5648960" cy="1219712"/>
            <a:chOff x="-2044722" y="438280"/>
            <a:chExt cx="5648960" cy="1219712"/>
          </a:xfrm>
          <a:effectLst>
            <a:reflection blurRad="6350" stA="50000" endA="300" endPos="55000" dir="5400000" sy="-100000" algn="bl" rotWithShape="0"/>
          </a:effectLst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2D528D7F-5218-F156-5D9C-76FB9602F6F9}"/>
                </a:ext>
              </a:extLst>
            </p:cNvPr>
            <p:cNvSpPr/>
            <p:nvPr/>
          </p:nvSpPr>
          <p:spPr>
            <a:xfrm rot="3107082">
              <a:off x="190222" y="-1796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1E4EFBBB-50FB-0593-2D22-C43A64B4C066}"/>
                </a:ext>
              </a:extLst>
            </p:cNvPr>
            <p:cNvSpPr/>
            <p:nvPr/>
          </p:nvSpPr>
          <p:spPr>
            <a:xfrm rot="3107082">
              <a:off x="434062" y="-1542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FCD41BB2-FD7A-CD1A-9DFA-A12A4E255903}"/>
                </a:ext>
              </a:extLst>
            </p:cNvPr>
            <p:cNvSpPr/>
            <p:nvPr/>
          </p:nvSpPr>
          <p:spPr>
            <a:xfrm rot="3107082">
              <a:off x="677902" y="-1288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FA0E7E44-24A8-CFC3-8F8E-244267A3F67B}"/>
                </a:ext>
              </a:extLst>
            </p:cNvPr>
            <p:cNvSpPr/>
            <p:nvPr/>
          </p:nvSpPr>
          <p:spPr>
            <a:xfrm rot="3107082">
              <a:off x="921742" y="-1034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831C4259-BE31-3A2C-CE01-40485B516AC9}"/>
                </a:ext>
              </a:extLst>
            </p:cNvPr>
            <p:cNvSpPr/>
            <p:nvPr/>
          </p:nvSpPr>
          <p:spPr>
            <a:xfrm rot="3107082">
              <a:off x="1165582" y="-780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7966F815-4CB1-0181-9C2C-C9B1BFF6A365}"/>
              </a:ext>
            </a:extLst>
          </p:cNvPr>
          <p:cNvGrpSpPr/>
          <p:nvPr/>
        </p:nvGrpSpPr>
        <p:grpSpPr>
          <a:xfrm>
            <a:off x="8300809" y="5774931"/>
            <a:ext cx="5648960" cy="1219712"/>
            <a:chOff x="-2044722" y="438280"/>
            <a:chExt cx="5648960" cy="1219712"/>
          </a:xfrm>
          <a:effectLst>
            <a:reflection blurRad="6350" stA="50000" endA="300" endPos="55000" dir="5400000" sy="-100000" algn="bl" rotWithShape="0"/>
          </a:effectLst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D24E7710-FFE6-523E-EF67-F661A929197D}"/>
                </a:ext>
              </a:extLst>
            </p:cNvPr>
            <p:cNvSpPr/>
            <p:nvPr/>
          </p:nvSpPr>
          <p:spPr>
            <a:xfrm rot="3107082">
              <a:off x="190222" y="-1796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F7473DDA-C396-F4E5-A348-FC8BA5B3312E}"/>
                </a:ext>
              </a:extLst>
            </p:cNvPr>
            <p:cNvSpPr/>
            <p:nvPr/>
          </p:nvSpPr>
          <p:spPr>
            <a:xfrm rot="3107082">
              <a:off x="434062" y="-1542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FFE83B1-0F25-EBDC-DA03-7194BDF22F22}"/>
                </a:ext>
              </a:extLst>
            </p:cNvPr>
            <p:cNvSpPr/>
            <p:nvPr/>
          </p:nvSpPr>
          <p:spPr>
            <a:xfrm rot="3107082">
              <a:off x="677902" y="-1288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D10E9981-BE20-2E3B-8662-AE8E9DA1D62B}"/>
                </a:ext>
              </a:extLst>
            </p:cNvPr>
            <p:cNvSpPr/>
            <p:nvPr/>
          </p:nvSpPr>
          <p:spPr>
            <a:xfrm rot="3107082">
              <a:off x="921742" y="-1034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A0A0E8EF-8574-330D-05DC-6B9FF16E5E70}"/>
                </a:ext>
              </a:extLst>
            </p:cNvPr>
            <p:cNvSpPr/>
            <p:nvPr/>
          </p:nvSpPr>
          <p:spPr>
            <a:xfrm rot="3107082">
              <a:off x="1165582" y="-780664"/>
              <a:ext cx="203712" cy="4673600"/>
            </a:xfrm>
            <a:prstGeom prst="roundRect">
              <a:avLst/>
            </a:prstGeom>
            <a:solidFill>
              <a:srgbClr val="E7976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 0">
            <a:extLst>
              <a:ext uri="{FF2B5EF4-FFF2-40B4-BE49-F238E27FC236}">
                <a16:creationId xmlns:a16="http://schemas.microsoft.com/office/drawing/2014/main" id="{5EF80337-3F1B-47B6-406B-EBA2241D7480}"/>
              </a:ext>
            </a:extLst>
          </p:cNvPr>
          <p:cNvSpPr/>
          <p:nvPr/>
        </p:nvSpPr>
        <p:spPr>
          <a:xfrm>
            <a:off x="7150109" y="44401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MOVE</a:t>
            </a:r>
            <a:r>
              <a:rPr lang="en-US" sz="4000" b="1" dirty="0">
                <a:solidFill>
                  <a:srgbClr val="E79762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X</a:t>
            </a:r>
            <a:r>
              <a:rPr lang="en-US" sz="400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SPORTS</a:t>
            </a:r>
            <a:endParaRPr lang="en-US" sz="4000" b="1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4368D97E-D0FA-BBE5-E4F9-D736A48C4461}"/>
              </a:ext>
            </a:extLst>
          </p:cNvPr>
          <p:cNvSpPr/>
          <p:nvPr/>
        </p:nvSpPr>
        <p:spPr>
          <a:xfrm>
            <a:off x="7150109" y="1148763"/>
            <a:ext cx="4973065" cy="81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 err="1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Aluguel</a:t>
            </a:r>
            <a:r>
              <a:rPr lang="en-US" sz="3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: R$ 70/</a:t>
            </a:r>
            <a:r>
              <a:rPr lang="en-US" sz="3850" dirty="0" err="1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mês</a:t>
            </a:r>
            <a:r>
              <a:rPr lang="en-US" sz="3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3850" dirty="0" err="1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cada</a:t>
            </a:r>
            <a:r>
              <a:rPr lang="en-US" sz="3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GPS</a:t>
            </a:r>
            <a:endParaRPr lang="en-US" sz="3850" dirty="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7EBC97C1-E882-0793-2C79-62172C054261}"/>
              </a:ext>
            </a:extLst>
          </p:cNvPr>
          <p:cNvSpPr txBox="1"/>
          <p:nvPr/>
        </p:nvSpPr>
        <p:spPr>
          <a:xfrm>
            <a:off x="7146510" y="1827316"/>
            <a:ext cx="5045490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pt-BR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roduto</a:t>
            </a:r>
            <a:r>
              <a:rPr lang="en-US" sz="1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100% </a:t>
            </a:r>
            <a:r>
              <a:rPr lang="en-US" sz="18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escal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ável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sem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necessidade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 1 GPS para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cada</a:t>
            </a:r>
            <a:r>
              <a:rPr lang="en-US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atleta</a:t>
            </a:r>
            <a:endParaRPr lang="en-US" sz="180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43C16E60-441F-4F72-4D46-8BE9C1DED4C7}"/>
              </a:ext>
            </a:extLst>
          </p:cNvPr>
          <p:cNvSpPr/>
          <p:nvPr/>
        </p:nvSpPr>
        <p:spPr>
          <a:xfrm>
            <a:off x="7193406" y="3144779"/>
            <a:ext cx="2971522" cy="951175"/>
          </a:xfrm>
          <a:prstGeom prst="roundRect">
            <a:avLst>
              <a:gd name="adj" fmla="val 1535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r>
              <a:rPr lang="pt-BR" sz="1400" b="1" dirty="0">
                <a:solidFill>
                  <a:schemeClr val="bg1"/>
                </a:solidFill>
              </a:rPr>
              <a:t>Fidelização:</a:t>
            </a:r>
            <a:br>
              <a:rPr lang="pt-BR" sz="1400" b="1" dirty="0">
                <a:solidFill>
                  <a:schemeClr val="bg1"/>
                </a:solidFill>
              </a:rPr>
            </a:br>
            <a:r>
              <a:rPr lang="en-US" sz="14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Fidelize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seus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atletas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 </a:t>
            </a:r>
            <a:r>
              <a:rPr lang="en-US" sz="14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alunos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4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através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da </a:t>
            </a:r>
            <a:r>
              <a:rPr lang="en-US" sz="14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entrega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 valor</a:t>
            </a:r>
            <a:endParaRPr lang="en-US" sz="14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425A63E-4C6E-DE9F-5833-8B573C2F3FFC}"/>
              </a:ext>
            </a:extLst>
          </p:cNvPr>
          <p:cNvSpPr/>
          <p:nvPr/>
        </p:nvSpPr>
        <p:spPr>
          <a:xfrm>
            <a:off x="7195781" y="4394238"/>
            <a:ext cx="2971522" cy="951175"/>
          </a:xfrm>
          <a:prstGeom prst="roundRect">
            <a:avLst>
              <a:gd name="adj" fmla="val 1535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r>
              <a:rPr lang="pt-BR" sz="14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Diferenciação:</a:t>
            </a:r>
            <a:br>
              <a:rPr lang="pt-BR" sz="14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</a:br>
            <a:r>
              <a:rPr lang="pt-BR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 diferencie de outros treinadores e escolas com inovação de verdade</a:t>
            </a:r>
            <a:endParaRPr lang="en-US" sz="140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2D920BA1-E0E5-35E3-F6DE-69F3D92043A7}"/>
              </a:ext>
            </a:extLst>
          </p:cNvPr>
          <p:cNvSpPr/>
          <p:nvPr/>
        </p:nvSpPr>
        <p:spPr>
          <a:xfrm>
            <a:off x="7199820" y="5643697"/>
            <a:ext cx="2971522" cy="951175"/>
          </a:xfrm>
          <a:prstGeom prst="roundRect">
            <a:avLst>
              <a:gd name="adj" fmla="val 1535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r>
              <a:rPr lang="pt-BR" sz="1400" b="1" dirty="0">
                <a:solidFill>
                  <a:schemeClr val="bg1"/>
                </a:solidFill>
              </a:rPr>
              <a:t>Ferramenta de marketing:</a:t>
            </a:r>
            <a:br>
              <a:rPr lang="pt-BR" sz="1400" b="1" dirty="0">
                <a:solidFill>
                  <a:schemeClr val="bg1"/>
                </a:solidFill>
              </a:rPr>
            </a:br>
            <a:r>
              <a:rPr lang="pt-BR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Excelente ferramenta de marketing para aquisição de novos alunos</a:t>
            </a:r>
            <a:endParaRPr lang="en-US" sz="140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BE20E33-F680-5072-DFF1-5C4BBC54C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986" y="2210743"/>
            <a:ext cx="7802617" cy="5201744"/>
          </a:xfrm>
          <a:prstGeom prst="rect">
            <a:avLst/>
          </a:prstGeom>
        </p:spPr>
      </p:pic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7DB3073-B359-430B-1E4D-30BCE3F38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97" y="-1133381"/>
            <a:ext cx="4973065" cy="6334190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B19DC16D-8D67-67E9-5185-86A4DD23BBF6}"/>
              </a:ext>
            </a:extLst>
          </p:cNvPr>
          <p:cNvSpPr txBox="1"/>
          <p:nvPr/>
        </p:nvSpPr>
        <p:spPr>
          <a:xfrm>
            <a:off x="9610439" y="2819421"/>
            <a:ext cx="4411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/>
              <a:t>💰</a:t>
            </a:r>
            <a:endParaRPr lang="en-US" sz="4400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3D9A0C6-2CE4-E2DC-7844-860893E5E9DA}"/>
              </a:ext>
            </a:extLst>
          </p:cNvPr>
          <p:cNvSpPr txBox="1"/>
          <p:nvPr/>
        </p:nvSpPr>
        <p:spPr>
          <a:xfrm>
            <a:off x="9636641" y="4074748"/>
            <a:ext cx="5771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🏆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1936AD1E-1F44-8669-89C2-67F1F9073459}"/>
              </a:ext>
            </a:extLst>
          </p:cNvPr>
          <p:cNvSpPr txBox="1"/>
          <p:nvPr/>
        </p:nvSpPr>
        <p:spPr>
          <a:xfrm>
            <a:off x="9665264" y="5345413"/>
            <a:ext cx="57310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🤝 </a:t>
            </a:r>
          </a:p>
        </p:txBody>
      </p:sp>
    </p:spTree>
    <p:extLst>
      <p:ext uri="{BB962C8B-B14F-4D97-AF65-F5344CB8AC3E}">
        <p14:creationId xmlns:p14="http://schemas.microsoft.com/office/powerpoint/2010/main" val="41441451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431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Poppins Light</vt:lpstr>
      <vt:lpstr>Roboto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Mello</dc:creator>
  <cp:lastModifiedBy>Cristian Mello</cp:lastModifiedBy>
  <cp:revision>1</cp:revision>
  <dcterms:created xsi:type="dcterms:W3CDTF">2026-06-19T03:13:57Z</dcterms:created>
  <dcterms:modified xsi:type="dcterms:W3CDTF">2026-06-19T04:04:21Z</dcterms:modified>
</cp:coreProperties>
</file>