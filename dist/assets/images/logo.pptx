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14E69"/>
    <a:srgbClr val="051821"/>
    <a:srgbClr val="0D3B4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7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108F2-1DC7-4542-88C1-428D027C3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887D14-A56E-11A1-F26C-FA5762AD3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A89C78-B041-7801-7B79-7A3B1D37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A23F2E-8E3B-49C4-746A-814AA776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6B874A-2668-769A-BA6E-E463D5ED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4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127E0-DA30-8761-0B5D-DEB0B68B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E76278-6A92-283B-500C-FB1771CF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9C1D74-C027-52E7-97B8-993BFC7B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B8C96A-56D6-BA16-9892-6416718A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AE346A-FAE9-212C-6E3D-C07F8E69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9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5F56D-0B6D-699E-0870-6DC40592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2F572-8B0F-B8D7-D646-5C8395CCF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76F476-72A0-198E-6615-6D8F5ACC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9E20E-3B19-8F7C-7146-ECDB50DC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E375E7-62CC-ABF3-A7E8-AB566DA9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4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0D9C3-64B1-6F49-EFC8-EF8475C0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7B7C0B-F9F1-C00D-EDD0-A2C6F6208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EA9C37-35AC-CF4E-AAE9-FCDA2ED88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027886-F71F-B2A9-B83A-45327758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6B14B-35D8-7362-E3D6-966996856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BD2D7D-E54D-0BEC-A1EB-D51F829E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0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7BE68-6B6C-6933-5150-FF7ECAB8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9EC5BE-3ADB-0A23-16D2-6B32B18B6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5F313D-B986-CF05-5AA8-3A1F3696C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7BB7879-C0AF-138E-5575-0442965B4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9D21B3-5B87-9517-ED03-958AC6C50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2F9A26-DA43-B662-5D91-94DC7837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B6EB89-0534-5AAB-1D58-62B1FAB6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F3A6E77-D4D9-A1FA-92D9-97A884909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3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17B92-B80F-3A60-7229-1F8E775A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A37CF8-40E7-F6B0-BE35-6ABC8A7E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2A2B0E-EFFB-DE3B-B7BF-A6F621247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0BD12F-3CCF-5254-B71E-4D615763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E396B1-203E-4763-DE3A-980E3CB3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DB698F-3747-3BD3-9A3F-CD094A2A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C34927-8E1E-129C-5E49-92757F50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4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00F40-8115-9AC6-AB41-65C9F7D58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ACDFAA-785C-CFBB-9474-99D6C240E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88AF34-62A9-4F49-CBDF-53E932110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5B7B03-30E8-46AB-BA42-F1262865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126B77-5E1D-22EF-8666-E3E0B952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72F57F-EFC9-D725-BA59-331193E4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50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9E86E-B881-B53F-A61C-B4B75E39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255327-A288-374F-C924-86B96FF30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134BB7-EA53-54B3-FF49-9577B0876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A15347-09CC-6B19-EB4C-F144B65C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473C4-CF30-5A9B-9D00-D01101EE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10A8A3-F640-AD44-3962-5C16EACD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4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F7BDC-6E8C-419B-C4A9-2A685094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FFD5D1-A1F6-88F6-BD3C-3ED5DECBF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DC1AC8-902D-C8D8-C5CA-C9FCCF68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13EF7A-361D-D9C0-18CB-A674602D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87834-BD34-5699-1B92-6A38FA75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5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A36BA5-9F3A-E40B-7D9E-3B5C93A4F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69A815-C518-18DD-8133-19325C5D9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657FE5-60FC-69D4-A7B8-D170AD5D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7D3F0-DDC4-3F68-C86D-D46C507D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E76157-2FB2-6088-6951-F52CA51E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3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426D382-D054-699B-9869-A450F3B8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AE048F-97BC-6A6E-93E7-ABEDF8D61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41CC38-E37D-6D27-0F7B-BFB2DCE94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1D887-DF0A-4295-ABE0-129592DD27B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0BB826-64CA-69B6-70DF-F7C9526E6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C13BB9-E2C9-879F-851A-7CD42A906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6A712-7D4C-4DD5-AD06-089D6EE9E8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A0965F65-4DC4-9E21-8BC7-7865A8489C73}"/>
              </a:ext>
            </a:extLst>
          </p:cNvPr>
          <p:cNvSpPr/>
          <p:nvPr/>
        </p:nvSpPr>
        <p:spPr>
          <a:xfrm>
            <a:off x="274320" y="4413123"/>
            <a:ext cx="2203704" cy="502920"/>
          </a:xfrm>
          <a:prstGeom prst="rect">
            <a:avLst/>
          </a:prstGeom>
          <a:gradFill>
            <a:gsLst>
              <a:gs pos="8000">
                <a:schemeClr val="accent1">
                  <a:lumMod val="5000"/>
                  <a:lumOff val="95000"/>
                </a:schemeClr>
              </a:gs>
              <a:gs pos="100000">
                <a:srgbClr val="114E69"/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DCAF757-0D3A-0C76-9AC6-D353CDB1C997}"/>
              </a:ext>
            </a:extLst>
          </p:cNvPr>
          <p:cNvSpPr/>
          <p:nvPr/>
        </p:nvSpPr>
        <p:spPr>
          <a:xfrm>
            <a:off x="3892296" y="4664583"/>
            <a:ext cx="2203704" cy="5661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4D0621-4D13-88F1-ED4D-E0D94BB6710E}"/>
              </a:ext>
            </a:extLst>
          </p:cNvPr>
          <p:cNvSpPr/>
          <p:nvPr/>
        </p:nvSpPr>
        <p:spPr>
          <a:xfrm>
            <a:off x="274320" y="288228"/>
            <a:ext cx="1709928" cy="448056"/>
          </a:xfrm>
          <a:prstGeom prst="rect">
            <a:avLst/>
          </a:prstGeom>
          <a:gradFill>
            <a:gsLst>
              <a:gs pos="75000">
                <a:srgbClr val="156082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4F9487-695B-5439-C067-567953C52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8" t="33404" r="20475" b="42526"/>
          <a:stretch>
            <a:fillRect/>
          </a:stretch>
        </p:blipFill>
        <p:spPr>
          <a:xfrm>
            <a:off x="274320" y="283465"/>
            <a:ext cx="1682496" cy="44805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32730C7-615B-4162-68E0-4F600B670A62}"/>
              </a:ext>
            </a:extLst>
          </p:cNvPr>
          <p:cNvSpPr/>
          <p:nvPr/>
        </p:nvSpPr>
        <p:spPr>
          <a:xfrm>
            <a:off x="274320" y="1010221"/>
            <a:ext cx="1709928" cy="448056"/>
          </a:xfrm>
          <a:prstGeom prst="rect">
            <a:avLst/>
          </a:prstGeom>
          <a:gradFill>
            <a:gsLst>
              <a:gs pos="91000">
                <a:srgbClr val="00000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74E64EB-692D-670B-2975-BC93F49A4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8" t="33404" r="20475" b="42526"/>
          <a:stretch>
            <a:fillRect/>
          </a:stretch>
        </p:blipFill>
        <p:spPr>
          <a:xfrm>
            <a:off x="274320" y="1005458"/>
            <a:ext cx="1682496" cy="448056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A6F8A50-CA8C-A405-6CC7-C124904AA8F3}"/>
              </a:ext>
            </a:extLst>
          </p:cNvPr>
          <p:cNvSpPr/>
          <p:nvPr/>
        </p:nvSpPr>
        <p:spPr>
          <a:xfrm>
            <a:off x="274320" y="1736977"/>
            <a:ext cx="1709928" cy="448056"/>
          </a:xfrm>
          <a:prstGeom prst="rect">
            <a:avLst/>
          </a:prstGeom>
          <a:gradFill>
            <a:gsLst>
              <a:gs pos="8000">
                <a:schemeClr val="accent1">
                  <a:lumMod val="5000"/>
                  <a:lumOff val="95000"/>
                </a:schemeClr>
              </a:gs>
              <a:gs pos="100000">
                <a:srgbClr val="114E69"/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F766A57-38EB-7C72-8003-A91D7EACA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8" t="33404" r="20475" b="42526"/>
          <a:stretch>
            <a:fillRect/>
          </a:stretch>
        </p:blipFill>
        <p:spPr>
          <a:xfrm>
            <a:off x="274320" y="1732214"/>
            <a:ext cx="1682496" cy="448056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F8E85D9-FFD7-A494-3BA6-890D38CDBAC2}"/>
              </a:ext>
            </a:extLst>
          </p:cNvPr>
          <p:cNvSpPr/>
          <p:nvPr/>
        </p:nvSpPr>
        <p:spPr>
          <a:xfrm>
            <a:off x="725487" y="2597859"/>
            <a:ext cx="814388" cy="754063"/>
          </a:xfrm>
          <a:prstGeom prst="roundRect">
            <a:avLst>
              <a:gd name="adj" fmla="val 5299"/>
            </a:avLst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99000">
                <a:srgbClr val="114E69"/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EFB3B57-6B17-4731-A94C-CF3C0B3C3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6" t="22037" r="30864" b="30370"/>
          <a:stretch>
            <a:fillRect/>
          </a:stretch>
        </p:blipFill>
        <p:spPr>
          <a:xfrm>
            <a:off x="758031" y="2674936"/>
            <a:ext cx="749300" cy="599907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DC00324-FC52-E696-46DF-B746B089D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7" t="35600" r="20487" b="41515"/>
          <a:stretch>
            <a:fillRect/>
          </a:stretch>
        </p:blipFill>
        <p:spPr>
          <a:xfrm>
            <a:off x="274320" y="4394075"/>
            <a:ext cx="2203704" cy="55778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D4CE6E97-5007-02DC-19D5-8FD0E7D6B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7" t="35600" r="20487" b="41515"/>
          <a:stretch>
            <a:fillRect/>
          </a:stretch>
        </p:blipFill>
        <p:spPr>
          <a:xfrm>
            <a:off x="3892296" y="4672967"/>
            <a:ext cx="2203704" cy="557785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4ED681BB-F39C-B50A-DC0B-E1ACE5385486}"/>
              </a:ext>
            </a:extLst>
          </p:cNvPr>
          <p:cNvGrpSpPr/>
          <p:nvPr/>
        </p:nvGrpSpPr>
        <p:grpSpPr>
          <a:xfrm>
            <a:off x="4714875" y="1005458"/>
            <a:ext cx="1801368" cy="1444560"/>
            <a:chOff x="4714875" y="1005458"/>
            <a:chExt cx="1801368" cy="1444560"/>
          </a:xfrm>
        </p:grpSpPr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5EA5A618-3C02-7F6B-B1C5-353AC4E60AA7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FBDCB54A-1F83-C8FC-9DCA-F5EDE132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81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CFB4EFE-6626-AE85-A03C-939183AE4A05}"/>
              </a:ext>
            </a:extLst>
          </p:cNvPr>
          <p:cNvSpPr/>
          <p:nvPr/>
        </p:nvSpPr>
        <p:spPr>
          <a:xfrm>
            <a:off x="582612" y="1292934"/>
            <a:ext cx="814388" cy="754063"/>
          </a:xfrm>
          <a:prstGeom prst="roundRect">
            <a:avLst>
              <a:gd name="adj" fmla="val 5299"/>
            </a:avLst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99000">
                <a:srgbClr val="114E69"/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B4503DC-3241-3FF4-5664-83DD9657C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6" t="22037" r="30864" b="30370"/>
          <a:stretch>
            <a:fillRect/>
          </a:stretch>
        </p:blipFill>
        <p:spPr>
          <a:xfrm>
            <a:off x="615156" y="1370011"/>
            <a:ext cx="749300" cy="5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57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379AE526-23E8-C11F-CE3E-72E43E9EE3E5}"/>
              </a:ext>
            </a:extLst>
          </p:cNvPr>
          <p:cNvGrpSpPr/>
          <p:nvPr/>
        </p:nvGrpSpPr>
        <p:grpSpPr>
          <a:xfrm>
            <a:off x="362957" y="183092"/>
            <a:ext cx="1032782" cy="828212"/>
            <a:chOff x="4714875" y="1005458"/>
            <a:chExt cx="1801368" cy="1444560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67BE265A-D44C-7E6C-27EB-DA0311A61913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8D14E0C-E2E6-54F4-F178-007D14FA6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0A0DC7F4-91BD-83D9-5363-0AF07FDDE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7360" y="349885"/>
            <a:ext cx="1008000" cy="100315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F53B00D-FDBA-EF76-605E-9258484A0BBD}"/>
              </a:ext>
            </a:extLst>
          </p:cNvPr>
          <p:cNvSpPr txBox="1"/>
          <p:nvPr/>
        </p:nvSpPr>
        <p:spPr>
          <a:xfrm>
            <a:off x="10277591" y="3369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  <a:endParaRPr lang="en-US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3470FB7-FA87-1A9D-9060-C8AD65B58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7360" y="1518285"/>
            <a:ext cx="1008000" cy="1003153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62547C5-2550-6FB1-AA2D-8081B0AB4634}"/>
              </a:ext>
            </a:extLst>
          </p:cNvPr>
          <p:cNvSpPr txBox="1"/>
          <p:nvPr/>
        </p:nvSpPr>
        <p:spPr>
          <a:xfrm>
            <a:off x="10277591" y="15053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  <a:endParaRPr lang="en-US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30E156B-0EA9-5B3A-FC26-36C5C3D3B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7360" y="2816506"/>
            <a:ext cx="1008000" cy="1008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42E2D92-A455-5CE9-FC75-5D5584534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7360" y="4119574"/>
            <a:ext cx="1008000" cy="10080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2AA159A7-0682-620E-DADE-094A4245201B}"/>
              </a:ext>
            </a:extLst>
          </p:cNvPr>
          <p:cNvSpPr txBox="1"/>
          <p:nvPr/>
        </p:nvSpPr>
        <p:spPr>
          <a:xfrm>
            <a:off x="10277591" y="29381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  <a:endParaRPr lang="en-US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16FB794-CF2A-F602-CAE4-AE497FA56832}"/>
              </a:ext>
            </a:extLst>
          </p:cNvPr>
          <p:cNvSpPr txBox="1"/>
          <p:nvPr/>
        </p:nvSpPr>
        <p:spPr>
          <a:xfrm>
            <a:off x="10277591" y="424126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  <a:endParaRPr lang="en-US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37602AAA-5900-CB81-D51C-0DE780719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968" y="349885"/>
            <a:ext cx="1008000" cy="99830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26A88D1-A7EE-956A-72A0-D17E77458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968" y="1518285"/>
            <a:ext cx="1008000" cy="998308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2CD9F7C6-4B8D-8CA6-A916-206A9DBB0CC8}"/>
              </a:ext>
            </a:extLst>
          </p:cNvPr>
          <p:cNvSpPr txBox="1"/>
          <p:nvPr/>
        </p:nvSpPr>
        <p:spPr>
          <a:xfrm>
            <a:off x="8538739" y="3498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  <a:endParaRPr lang="en-US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9C5FDEA-814C-D3D7-8250-8BB522888969}"/>
              </a:ext>
            </a:extLst>
          </p:cNvPr>
          <p:cNvSpPr txBox="1"/>
          <p:nvPr/>
        </p:nvSpPr>
        <p:spPr>
          <a:xfrm>
            <a:off x="8538739" y="13481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  <a:endParaRPr lang="en-US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FF507BD6-F7D0-7139-D86B-62D7C8545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31" y="2816506"/>
            <a:ext cx="1015358" cy="1008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1CD3F6EA-E34A-629E-31D4-D67836DB9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31" y="4119574"/>
            <a:ext cx="1015358" cy="10080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56E8010C-4BA8-2D13-A456-BCC3F5F16CB7}"/>
              </a:ext>
            </a:extLst>
          </p:cNvPr>
          <p:cNvSpPr txBox="1"/>
          <p:nvPr/>
        </p:nvSpPr>
        <p:spPr>
          <a:xfrm>
            <a:off x="8538739" y="29511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  <a:endParaRPr lang="en-US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A4FBFA8-DB9A-7614-B1FC-559622324D9C}"/>
              </a:ext>
            </a:extLst>
          </p:cNvPr>
          <p:cNvSpPr txBox="1"/>
          <p:nvPr/>
        </p:nvSpPr>
        <p:spPr>
          <a:xfrm>
            <a:off x="8538739" y="42542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  <a:endParaRPr lang="en-US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B24A8CD5-9D02-53EA-B4B6-F020DC90D9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0549" y="320820"/>
            <a:ext cx="1015252" cy="1008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D5E8E643-82DF-EE4A-28A0-80F10C201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5800" y="1489220"/>
            <a:ext cx="1015252" cy="1008000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6638FA02-3DBE-6688-B685-43F4E1C119EE}"/>
              </a:ext>
            </a:extLst>
          </p:cNvPr>
          <p:cNvSpPr txBox="1"/>
          <p:nvPr/>
        </p:nvSpPr>
        <p:spPr>
          <a:xfrm>
            <a:off x="6772440" y="4956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  <a:endParaRPr lang="en-US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5549093-3027-D4E9-9630-4C7E5FCCC1F5}"/>
              </a:ext>
            </a:extLst>
          </p:cNvPr>
          <p:cNvSpPr txBox="1"/>
          <p:nvPr/>
        </p:nvSpPr>
        <p:spPr>
          <a:xfrm>
            <a:off x="6772440" y="14866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  <a:endParaRPr lang="en-US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E05B1C78-DC0A-3EF0-C118-B4AAAE058146}"/>
              </a:ext>
            </a:extLst>
          </p:cNvPr>
          <p:cNvGrpSpPr/>
          <p:nvPr/>
        </p:nvGrpSpPr>
        <p:grpSpPr>
          <a:xfrm>
            <a:off x="362957" y="1176906"/>
            <a:ext cx="1032782" cy="828212"/>
            <a:chOff x="4714875" y="1005458"/>
            <a:chExt cx="1801368" cy="1444560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9E15143C-2862-9F6B-A12C-CEAA8199F4E7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8B40763E-8FD1-A892-CD1E-269574363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69FA74C-264E-87FA-5942-B1FCB9AD2FF3}"/>
              </a:ext>
            </a:extLst>
          </p:cNvPr>
          <p:cNvGrpSpPr/>
          <p:nvPr/>
        </p:nvGrpSpPr>
        <p:grpSpPr>
          <a:xfrm>
            <a:off x="362957" y="2165588"/>
            <a:ext cx="1032782" cy="828212"/>
            <a:chOff x="4714875" y="1005458"/>
            <a:chExt cx="1801368" cy="1444560"/>
          </a:xfrm>
        </p:grpSpPr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CE42638E-52EA-5305-ED25-7F9B7DA6AAD0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Imagem 37">
              <a:extLst>
                <a:ext uri="{FF2B5EF4-FFF2-40B4-BE49-F238E27FC236}">
                  <a16:creationId xmlns:a16="http://schemas.microsoft.com/office/drawing/2014/main" id="{76713268-349E-BB6A-F322-158D6F7C5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26EE3074-4B8D-124C-2B91-2E53F62337DB}"/>
              </a:ext>
            </a:extLst>
          </p:cNvPr>
          <p:cNvGrpSpPr/>
          <p:nvPr/>
        </p:nvGrpSpPr>
        <p:grpSpPr>
          <a:xfrm>
            <a:off x="362957" y="3159978"/>
            <a:ext cx="1032782" cy="828212"/>
            <a:chOff x="4714875" y="1005458"/>
            <a:chExt cx="1801368" cy="1444560"/>
          </a:xfrm>
        </p:grpSpPr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318BD546-BE00-7746-0401-00FE3FBFDAD6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8EA746F2-DEAD-44F9-9165-97E7BFEB7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F4E0A62F-ACE3-D26B-C975-A14CA227B507}"/>
              </a:ext>
            </a:extLst>
          </p:cNvPr>
          <p:cNvGrpSpPr/>
          <p:nvPr/>
        </p:nvGrpSpPr>
        <p:grpSpPr>
          <a:xfrm>
            <a:off x="362957" y="4149236"/>
            <a:ext cx="1032782" cy="828212"/>
            <a:chOff x="4714875" y="1005458"/>
            <a:chExt cx="1801368" cy="1444560"/>
          </a:xfrm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015488C7-627D-F953-DAAF-47C827AD71F9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4" name="Imagem 43">
              <a:extLst>
                <a:ext uri="{FF2B5EF4-FFF2-40B4-BE49-F238E27FC236}">
                  <a16:creationId xmlns:a16="http://schemas.microsoft.com/office/drawing/2014/main" id="{D4C7299D-33CF-DF2B-7F30-35BEAA9E6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DE28A76-4E0A-DCF4-D56A-A6EDC51251B3}"/>
              </a:ext>
            </a:extLst>
          </p:cNvPr>
          <p:cNvGrpSpPr/>
          <p:nvPr/>
        </p:nvGrpSpPr>
        <p:grpSpPr>
          <a:xfrm>
            <a:off x="362957" y="5138494"/>
            <a:ext cx="1032782" cy="828212"/>
            <a:chOff x="4714875" y="1005458"/>
            <a:chExt cx="1801368" cy="1444560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F7687434-8065-44BD-10BA-B96C027FCF32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Imagem 46">
              <a:extLst>
                <a:ext uri="{FF2B5EF4-FFF2-40B4-BE49-F238E27FC236}">
                  <a16:creationId xmlns:a16="http://schemas.microsoft.com/office/drawing/2014/main" id="{F309CEB3-3B3C-62A7-A649-19B69CDDF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3B200E7D-AA6F-6208-F4F4-81CFC66EB9E7}"/>
              </a:ext>
            </a:extLst>
          </p:cNvPr>
          <p:cNvGrpSpPr/>
          <p:nvPr/>
        </p:nvGrpSpPr>
        <p:grpSpPr>
          <a:xfrm>
            <a:off x="1642870" y="183092"/>
            <a:ext cx="1032782" cy="828212"/>
            <a:chOff x="4714875" y="1005458"/>
            <a:chExt cx="1801368" cy="1444560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CE90DFE2-8B72-4151-9DFC-0D2846994FD7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EF3087D4-B718-24BE-33DE-A726E0403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0DEAF654-D924-FE85-2751-3B1A214FE8DF}"/>
              </a:ext>
            </a:extLst>
          </p:cNvPr>
          <p:cNvGrpSpPr/>
          <p:nvPr/>
        </p:nvGrpSpPr>
        <p:grpSpPr>
          <a:xfrm>
            <a:off x="1641921" y="1171774"/>
            <a:ext cx="1032782" cy="828212"/>
            <a:chOff x="4714875" y="1005458"/>
            <a:chExt cx="1801368" cy="1444560"/>
          </a:xfrm>
        </p:grpSpPr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F85069C3-88B9-4A60-963A-1BC3F16648F9}"/>
                </a:ext>
              </a:extLst>
            </p:cNvPr>
            <p:cNvSpPr/>
            <p:nvPr/>
          </p:nvSpPr>
          <p:spPr>
            <a:xfrm>
              <a:off x="4714875" y="1014409"/>
              <a:ext cx="1801368" cy="14356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3" name="Imagem 52">
              <a:extLst>
                <a:ext uri="{FF2B5EF4-FFF2-40B4-BE49-F238E27FC236}">
                  <a16:creationId xmlns:a16="http://schemas.microsoft.com/office/drawing/2014/main" id="{19DC454D-54FC-0F81-A9E6-E819E8E9A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3" t="21081" r="29536" b="29235"/>
            <a:stretch>
              <a:fillRect/>
            </a:stretch>
          </p:blipFill>
          <p:spPr>
            <a:xfrm>
              <a:off x="4714875" y="1005458"/>
              <a:ext cx="1801368" cy="1435609"/>
            </a:xfrm>
            <a:prstGeom prst="rect">
              <a:avLst/>
            </a:prstGeom>
          </p:spPr>
        </p:pic>
      </p:grpSp>
      <p:sp>
        <p:nvSpPr>
          <p:cNvPr id="54" name="Retângulo 53">
            <a:extLst>
              <a:ext uri="{FF2B5EF4-FFF2-40B4-BE49-F238E27FC236}">
                <a16:creationId xmlns:a16="http://schemas.microsoft.com/office/drawing/2014/main" id="{9069171E-97F3-024D-CF16-DD91BAE030BD}"/>
              </a:ext>
            </a:extLst>
          </p:cNvPr>
          <p:cNvSpPr/>
          <p:nvPr/>
        </p:nvSpPr>
        <p:spPr>
          <a:xfrm>
            <a:off x="1689510" y="2349274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8D5A40EA-4955-32D6-74C5-9DC74B40DC4B}"/>
              </a:ext>
            </a:extLst>
          </p:cNvPr>
          <p:cNvSpPr/>
          <p:nvPr/>
        </p:nvSpPr>
        <p:spPr>
          <a:xfrm>
            <a:off x="1689510" y="3041493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9734C8AE-A4D7-301F-BEC8-01406D5AF9D5}"/>
              </a:ext>
            </a:extLst>
          </p:cNvPr>
          <p:cNvSpPr/>
          <p:nvPr/>
        </p:nvSpPr>
        <p:spPr>
          <a:xfrm>
            <a:off x="1689510" y="3733712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5C5CD470-6D20-4347-5063-6439E29D9608}"/>
              </a:ext>
            </a:extLst>
          </p:cNvPr>
          <p:cNvSpPr/>
          <p:nvPr/>
        </p:nvSpPr>
        <p:spPr>
          <a:xfrm>
            <a:off x="1689510" y="4425931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F2FCE30A-1B2E-F983-744A-C566DBCA36BB}"/>
              </a:ext>
            </a:extLst>
          </p:cNvPr>
          <p:cNvSpPr/>
          <p:nvPr/>
        </p:nvSpPr>
        <p:spPr>
          <a:xfrm>
            <a:off x="2568360" y="2349274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1232D82C-445B-6488-9AE4-230C26C436C9}"/>
              </a:ext>
            </a:extLst>
          </p:cNvPr>
          <p:cNvSpPr/>
          <p:nvPr/>
        </p:nvSpPr>
        <p:spPr>
          <a:xfrm>
            <a:off x="2568359" y="3041492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CDD6A5F1-4FB8-889F-4990-7B5CCFD18554}"/>
              </a:ext>
            </a:extLst>
          </p:cNvPr>
          <p:cNvSpPr/>
          <p:nvPr/>
        </p:nvSpPr>
        <p:spPr>
          <a:xfrm>
            <a:off x="2568358" y="3733710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BC0AB32C-EB67-6E1E-24EC-755D87A31711}"/>
              </a:ext>
            </a:extLst>
          </p:cNvPr>
          <p:cNvSpPr/>
          <p:nvPr/>
        </p:nvSpPr>
        <p:spPr>
          <a:xfrm>
            <a:off x="2568357" y="4425928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5F111444-091F-9953-1490-2D8F68B23FAE}"/>
              </a:ext>
            </a:extLst>
          </p:cNvPr>
          <p:cNvSpPr/>
          <p:nvPr/>
        </p:nvSpPr>
        <p:spPr>
          <a:xfrm>
            <a:off x="6153412" y="3806044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B011EDE1-4E53-96C5-FB70-64CE819A6D8E}"/>
              </a:ext>
            </a:extLst>
          </p:cNvPr>
          <p:cNvSpPr/>
          <p:nvPr/>
        </p:nvSpPr>
        <p:spPr>
          <a:xfrm>
            <a:off x="6629375" y="3806044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C05839CB-9361-7A93-B747-809273B90EB8}"/>
              </a:ext>
            </a:extLst>
          </p:cNvPr>
          <p:cNvSpPr/>
          <p:nvPr/>
        </p:nvSpPr>
        <p:spPr>
          <a:xfrm>
            <a:off x="7105338" y="3806044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BDFCE04-45B9-18A4-B931-C31B342904DD}"/>
              </a:ext>
            </a:extLst>
          </p:cNvPr>
          <p:cNvSpPr/>
          <p:nvPr/>
        </p:nvSpPr>
        <p:spPr>
          <a:xfrm>
            <a:off x="7581301" y="3806044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4A81BA52-15FD-D9DF-3C5E-4E5261F4A7A9}"/>
              </a:ext>
            </a:extLst>
          </p:cNvPr>
          <p:cNvSpPr/>
          <p:nvPr/>
        </p:nvSpPr>
        <p:spPr>
          <a:xfrm>
            <a:off x="8057264" y="3806044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7EA70EF0-F712-8F09-D745-65BB3402E878}"/>
              </a:ext>
            </a:extLst>
          </p:cNvPr>
          <p:cNvSpPr/>
          <p:nvPr/>
        </p:nvSpPr>
        <p:spPr>
          <a:xfrm>
            <a:off x="6153412" y="4299283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CCA82FD1-A503-1902-F550-23F6411999D7}"/>
              </a:ext>
            </a:extLst>
          </p:cNvPr>
          <p:cNvSpPr/>
          <p:nvPr/>
        </p:nvSpPr>
        <p:spPr>
          <a:xfrm>
            <a:off x="6629375" y="4299283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AE4EB4C6-7493-2FDD-ED07-4B53A3B7BB1B}"/>
              </a:ext>
            </a:extLst>
          </p:cNvPr>
          <p:cNvSpPr/>
          <p:nvPr/>
        </p:nvSpPr>
        <p:spPr>
          <a:xfrm>
            <a:off x="7105338" y="4299283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B5A20D7-685A-961C-E1F7-4CBA000FDFD8}"/>
              </a:ext>
            </a:extLst>
          </p:cNvPr>
          <p:cNvSpPr/>
          <p:nvPr/>
        </p:nvSpPr>
        <p:spPr>
          <a:xfrm>
            <a:off x="7581301" y="4299283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12936604-76F7-1899-741D-5D79CC037DED}"/>
              </a:ext>
            </a:extLst>
          </p:cNvPr>
          <p:cNvSpPr/>
          <p:nvPr/>
        </p:nvSpPr>
        <p:spPr>
          <a:xfrm>
            <a:off x="8057264" y="4299283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8679FA7E-B771-99E7-69BE-EE23746C45E0}"/>
              </a:ext>
            </a:extLst>
          </p:cNvPr>
          <p:cNvSpPr/>
          <p:nvPr/>
        </p:nvSpPr>
        <p:spPr>
          <a:xfrm>
            <a:off x="6154931" y="4794216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8ACBC5CB-5740-1899-462A-4EDAE596A572}"/>
              </a:ext>
            </a:extLst>
          </p:cNvPr>
          <p:cNvSpPr/>
          <p:nvPr/>
        </p:nvSpPr>
        <p:spPr>
          <a:xfrm>
            <a:off x="6630894" y="4794216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6290A1F7-F950-8A50-D963-5C04D0ACF620}"/>
              </a:ext>
            </a:extLst>
          </p:cNvPr>
          <p:cNvSpPr/>
          <p:nvPr/>
        </p:nvSpPr>
        <p:spPr>
          <a:xfrm>
            <a:off x="7106857" y="4794216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13D6BC66-66D4-3260-3383-F266ADD38AB3}"/>
              </a:ext>
            </a:extLst>
          </p:cNvPr>
          <p:cNvSpPr/>
          <p:nvPr/>
        </p:nvSpPr>
        <p:spPr>
          <a:xfrm>
            <a:off x="7582820" y="4794216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D2DB39E1-6B84-3ADC-53EA-3A474922CA1C}"/>
              </a:ext>
            </a:extLst>
          </p:cNvPr>
          <p:cNvSpPr/>
          <p:nvPr/>
        </p:nvSpPr>
        <p:spPr>
          <a:xfrm>
            <a:off x="8058783" y="4794216"/>
            <a:ext cx="308098" cy="3081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F3E69920-B0BE-BEF3-5AE7-2637943DEC6F}"/>
              </a:ext>
            </a:extLst>
          </p:cNvPr>
          <p:cNvGrpSpPr/>
          <p:nvPr/>
        </p:nvGrpSpPr>
        <p:grpSpPr>
          <a:xfrm>
            <a:off x="1641921" y="5395405"/>
            <a:ext cx="2203704" cy="566169"/>
            <a:chOff x="3892296" y="4664583"/>
            <a:chExt cx="2203704" cy="566169"/>
          </a:xfrm>
        </p:grpSpPr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57C0E27C-CC90-C9E6-874B-16C387351DE2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1" name="Imagem 80">
              <a:extLst>
                <a:ext uri="{FF2B5EF4-FFF2-40B4-BE49-F238E27FC236}">
                  <a16:creationId xmlns:a16="http://schemas.microsoft.com/office/drawing/2014/main" id="{44AEDF21-2DAB-7B42-ABD5-F2B473358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628D3500-7347-EAF3-87B2-2653178068E0}"/>
              </a:ext>
            </a:extLst>
          </p:cNvPr>
          <p:cNvGrpSpPr/>
          <p:nvPr/>
        </p:nvGrpSpPr>
        <p:grpSpPr>
          <a:xfrm>
            <a:off x="1641921" y="6075214"/>
            <a:ext cx="2203704" cy="566169"/>
            <a:chOff x="3892296" y="4664583"/>
            <a:chExt cx="2203704" cy="566169"/>
          </a:xfrm>
        </p:grpSpPr>
        <p:sp>
          <p:nvSpPr>
            <p:cNvPr id="89" name="Retângulo 88">
              <a:extLst>
                <a:ext uri="{FF2B5EF4-FFF2-40B4-BE49-F238E27FC236}">
                  <a16:creationId xmlns:a16="http://schemas.microsoft.com/office/drawing/2014/main" id="{DD9BADDD-1B92-AC84-C202-FBF25F1AB30C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0" name="Imagem 89">
              <a:extLst>
                <a:ext uri="{FF2B5EF4-FFF2-40B4-BE49-F238E27FC236}">
                  <a16:creationId xmlns:a16="http://schemas.microsoft.com/office/drawing/2014/main" id="{E6749352-BFD4-EFED-9C60-2A3369CB3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3316AA11-D903-05FC-332A-99B50A8EDCDD}"/>
              </a:ext>
            </a:extLst>
          </p:cNvPr>
          <p:cNvGrpSpPr/>
          <p:nvPr/>
        </p:nvGrpSpPr>
        <p:grpSpPr>
          <a:xfrm>
            <a:off x="4091807" y="5403789"/>
            <a:ext cx="2203704" cy="566169"/>
            <a:chOff x="3892296" y="4664583"/>
            <a:chExt cx="2203704" cy="566169"/>
          </a:xfrm>
        </p:grpSpPr>
        <p:sp>
          <p:nvSpPr>
            <p:cNvPr id="92" name="Retângulo 91">
              <a:extLst>
                <a:ext uri="{FF2B5EF4-FFF2-40B4-BE49-F238E27FC236}">
                  <a16:creationId xmlns:a16="http://schemas.microsoft.com/office/drawing/2014/main" id="{28442E23-7D6F-6544-7FA2-4E4B9AE88BAC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3" name="Imagem 92">
              <a:extLst>
                <a:ext uri="{FF2B5EF4-FFF2-40B4-BE49-F238E27FC236}">
                  <a16:creationId xmlns:a16="http://schemas.microsoft.com/office/drawing/2014/main" id="{8B1CADFF-B0F1-C50D-6BD2-AD143028E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A92611C9-8D0E-5082-AF55-4A92FBCEB23C}"/>
              </a:ext>
            </a:extLst>
          </p:cNvPr>
          <p:cNvGrpSpPr/>
          <p:nvPr/>
        </p:nvGrpSpPr>
        <p:grpSpPr>
          <a:xfrm>
            <a:off x="4091807" y="6083598"/>
            <a:ext cx="2203704" cy="566169"/>
            <a:chOff x="3892296" y="4664583"/>
            <a:chExt cx="2203704" cy="566169"/>
          </a:xfrm>
        </p:grpSpPr>
        <p:sp>
          <p:nvSpPr>
            <p:cNvPr id="95" name="Retângulo 94">
              <a:extLst>
                <a:ext uri="{FF2B5EF4-FFF2-40B4-BE49-F238E27FC236}">
                  <a16:creationId xmlns:a16="http://schemas.microsoft.com/office/drawing/2014/main" id="{E617A83C-77B7-69D5-93CB-0085318E9DF2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6" name="Imagem 95">
              <a:extLst>
                <a:ext uri="{FF2B5EF4-FFF2-40B4-BE49-F238E27FC236}">
                  <a16:creationId xmlns:a16="http://schemas.microsoft.com/office/drawing/2014/main" id="{14C32681-3077-8452-BB32-EEC0C32F9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E4D8DF17-2327-8794-DDB7-8E4B92613DE9}"/>
              </a:ext>
            </a:extLst>
          </p:cNvPr>
          <p:cNvGrpSpPr/>
          <p:nvPr/>
        </p:nvGrpSpPr>
        <p:grpSpPr>
          <a:xfrm>
            <a:off x="6541693" y="5412173"/>
            <a:ext cx="2203704" cy="566169"/>
            <a:chOff x="3892296" y="4664583"/>
            <a:chExt cx="2203704" cy="566169"/>
          </a:xfrm>
        </p:grpSpPr>
        <p:sp>
          <p:nvSpPr>
            <p:cNvPr id="98" name="Retângulo 97">
              <a:extLst>
                <a:ext uri="{FF2B5EF4-FFF2-40B4-BE49-F238E27FC236}">
                  <a16:creationId xmlns:a16="http://schemas.microsoft.com/office/drawing/2014/main" id="{412CAB2C-DCB0-EF23-C1AE-531E7364F27E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9" name="Imagem 98">
              <a:extLst>
                <a:ext uri="{FF2B5EF4-FFF2-40B4-BE49-F238E27FC236}">
                  <a16:creationId xmlns:a16="http://schemas.microsoft.com/office/drawing/2014/main" id="{99A58224-D8FE-2112-5EA7-633FA8E78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7A3FED32-757A-9AEA-00F6-D5EFA0D0B9D2}"/>
              </a:ext>
            </a:extLst>
          </p:cNvPr>
          <p:cNvGrpSpPr/>
          <p:nvPr/>
        </p:nvGrpSpPr>
        <p:grpSpPr>
          <a:xfrm>
            <a:off x="6541693" y="6091982"/>
            <a:ext cx="2203704" cy="566169"/>
            <a:chOff x="3892296" y="4664583"/>
            <a:chExt cx="2203704" cy="566169"/>
          </a:xfrm>
        </p:grpSpPr>
        <p:sp>
          <p:nvSpPr>
            <p:cNvPr id="101" name="Retângulo 100">
              <a:extLst>
                <a:ext uri="{FF2B5EF4-FFF2-40B4-BE49-F238E27FC236}">
                  <a16:creationId xmlns:a16="http://schemas.microsoft.com/office/drawing/2014/main" id="{B5E03292-9CC8-CF4A-9ACB-2A11C954EE03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" name="Imagem 101">
              <a:extLst>
                <a:ext uri="{FF2B5EF4-FFF2-40B4-BE49-F238E27FC236}">
                  <a16:creationId xmlns:a16="http://schemas.microsoft.com/office/drawing/2014/main" id="{6824DD6D-B484-3116-126B-8F53264AB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FA2A39C0-9EB5-9FBB-04F6-523E1B075C4E}"/>
              </a:ext>
            </a:extLst>
          </p:cNvPr>
          <p:cNvGrpSpPr/>
          <p:nvPr/>
        </p:nvGrpSpPr>
        <p:grpSpPr>
          <a:xfrm>
            <a:off x="8991579" y="5420557"/>
            <a:ext cx="2203704" cy="566169"/>
            <a:chOff x="3892296" y="4664583"/>
            <a:chExt cx="2203704" cy="566169"/>
          </a:xfrm>
        </p:grpSpPr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id="{8FF8CBA4-E779-BE64-AA96-1721F849A379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5" name="Imagem 104">
              <a:extLst>
                <a:ext uri="{FF2B5EF4-FFF2-40B4-BE49-F238E27FC236}">
                  <a16:creationId xmlns:a16="http://schemas.microsoft.com/office/drawing/2014/main" id="{357B8C73-E27B-D43E-499A-DF1DA9452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AA04D325-4173-A20D-779A-6AC3AE52FA35}"/>
              </a:ext>
            </a:extLst>
          </p:cNvPr>
          <p:cNvGrpSpPr/>
          <p:nvPr/>
        </p:nvGrpSpPr>
        <p:grpSpPr>
          <a:xfrm>
            <a:off x="8991579" y="6100366"/>
            <a:ext cx="2203704" cy="566169"/>
            <a:chOff x="3892296" y="4664583"/>
            <a:chExt cx="2203704" cy="566169"/>
          </a:xfrm>
        </p:grpSpPr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BFC9F933-3C4F-0E73-F25E-3112976CFD6D}"/>
                </a:ext>
              </a:extLst>
            </p:cNvPr>
            <p:cNvSpPr/>
            <p:nvPr/>
          </p:nvSpPr>
          <p:spPr>
            <a:xfrm>
              <a:off x="3892296" y="4664583"/>
              <a:ext cx="2203704" cy="5661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8" name="Imagem 107">
              <a:extLst>
                <a:ext uri="{FF2B5EF4-FFF2-40B4-BE49-F238E27FC236}">
                  <a16:creationId xmlns:a16="http://schemas.microsoft.com/office/drawing/2014/main" id="{1C1052AB-3DD5-BB87-4506-0E4E42638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35600" r="20487" b="41515"/>
            <a:stretch>
              <a:fillRect/>
            </a:stretch>
          </p:blipFill>
          <p:spPr>
            <a:xfrm>
              <a:off x="3892296" y="4672967"/>
              <a:ext cx="2203704" cy="557785"/>
            </a:xfrm>
            <a:prstGeom prst="rect">
              <a:avLst/>
            </a:prstGeom>
          </p:spPr>
        </p:pic>
      </p:grp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EBC79502-0065-BF8B-D33A-6D004208F78C}"/>
              </a:ext>
            </a:extLst>
          </p:cNvPr>
          <p:cNvSpPr/>
          <p:nvPr/>
        </p:nvSpPr>
        <p:spPr>
          <a:xfrm>
            <a:off x="1684665" y="4922063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933BB823-2C65-A907-E7AF-9D61AA5A514C}"/>
              </a:ext>
            </a:extLst>
          </p:cNvPr>
          <p:cNvSpPr/>
          <p:nvPr/>
        </p:nvSpPr>
        <p:spPr>
          <a:xfrm>
            <a:off x="2563512" y="4922060"/>
            <a:ext cx="650547" cy="3979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Imagem 110">
            <a:extLst>
              <a:ext uri="{FF2B5EF4-FFF2-40B4-BE49-F238E27FC236}">
                <a16:creationId xmlns:a16="http://schemas.microsoft.com/office/drawing/2014/main" id="{A3AE6D31-7F6A-CA9D-95F7-A11010647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2888785" y="61696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0B698609-35DA-3457-A09E-6848934C9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4252348" y="61696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5D128324-8A12-E4F8-3D4F-ABEC9B88D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3236472" y="1279458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F39CF648-392E-D405-B0D6-338DF0F8F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3510470" y="2566143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19360F38-7FA5-69EC-1AA1-D7FD507B4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3412095" y="3932688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0784BD72-152B-73CD-4A01-EB13D3E82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4543804" y="1574026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B800A7F5-F1BE-8079-0AEA-DED33AEF5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4826361" y="2891454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E61726F8-3500-DCF9-473F-2E6956729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4915735" y="4155681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882209E4-F127-80E4-2ECC-5A169A62B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5718184" y="1865825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C4BABE86-ACBC-8354-1379-94D360E8C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5555461" y="287543"/>
            <a:ext cx="1148026" cy="12177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19CE636-1AD3-078C-B6BD-F0DD762B8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1" t="22469" r="41258" b="50434"/>
          <a:stretch/>
        </p:blipFill>
        <p:spPr>
          <a:xfrm>
            <a:off x="7042700" y="2536913"/>
            <a:ext cx="1148026" cy="121776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238144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>Atlas Copco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Mello</dc:creator>
  <cp:lastModifiedBy>Cristian Mello</cp:lastModifiedBy>
  <cp:revision>5</cp:revision>
  <dcterms:created xsi:type="dcterms:W3CDTF">2026-06-09T13:17:36Z</dcterms:created>
  <dcterms:modified xsi:type="dcterms:W3CDTF">2026-06-22T02:25:25Z</dcterms:modified>
</cp:coreProperties>
</file>